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PART_TABLE"/>
          <p:cNvGraphicFramePr>
            <a:graphicFrameLocks noGrp="1"/>
          </p:cNvGraphicFramePr>
          <p:nvPr/>
        </p:nvGraphicFramePr>
        <p:xfrm>
          <a:off x="548640" y="548640"/>
          <a:ext cx="8046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内容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零件号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{f.partNo}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毛坯重量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{f.wCast}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壁厚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{f.wall}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{f.material}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每次浇注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{derived.wPour}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