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VER_PART_NUMBER"/>
          <p:cNvSpPr txBox="1"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3A6F"/>
                </a:solidFill>
                <a:latin typeface="微软雅黑"/>
              </a:rPr>
              <a:t>{f.partNo}</a:t>
            </a:r>
          </a:p>
        </p:txBody>
      </p:sp>
      <p:sp>
        <p:nvSpPr>
          <p:cNvPr id="3" name="COVER_PROJECT_NAME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6F"/>
                </a:solidFill>
                <a:latin typeface="微软雅黑"/>
              </a:rPr>
              <a:t>{f.projName}</a:t>
            </a:r>
          </a:p>
        </p:txBody>
      </p:sp>
      <p:sp>
        <p:nvSpPr>
          <p:cNvPr id="4" name="COVER_CUSTOMER"/>
          <p:cNvSpPr txBox="1"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3A6F"/>
                </a:solidFill>
                <a:latin typeface="微软雅黑"/>
              </a:rPr>
              <a:t>客户：{f.custName}</a:t>
            </a:r>
          </a:p>
        </p:txBody>
      </p:sp>
      <p:sp>
        <p:nvSpPr>
          <p:cNvPr id="5" name="COVER_DATE"/>
          <p:cNvSpPr txBox="1"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3A6F"/>
                </a:solidFill>
                <a:latin typeface="微软雅黑"/>
              </a:rPr>
              <a:t>日期：{f.dfmDate}</a:t>
            </a:r>
          </a:p>
        </p:txBody>
      </p:sp>
      <p:sp>
        <p:nvSpPr>
          <p:cNvPr id="6" name="COVER_VERSION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3A6F"/>
                </a:solidFill>
                <a:latin typeface="微软雅黑"/>
              </a:rPr>
              <a:t>版本：{f.version}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RT_IMAGE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2926080" cy="1097280"/>
          </a:xfrm>
          <a:prstGeom prst="rect">
            <a:avLst/>
          </a:prstGeom>
        </p:spPr>
      </p:pic>
      <p:sp>
        <p:nvSpPr>
          <p:cNvPr id="3" name="PART_LABEL_毛坯重量 (kg)"/>
          <p:cNvSpPr txBox="1"/>
          <p:nvPr/>
        </p:nvSpPr>
        <p:spPr>
          <a:xfrm>
            <a:off x="40233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684"/>
                </a:solidFill>
                <a:latin typeface="微软雅黑"/>
              </a:rPr>
              <a:t>毛坯重量 (kg)</a:t>
            </a:r>
          </a:p>
        </p:txBody>
      </p:sp>
      <p:sp>
        <p:nvSpPr>
          <p:cNvPr id="4" name="PART_VALUE_毛坯重量 (kg)"/>
          <p:cNvSpPr txBox="1"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F"/>
                </a:solidFill>
                <a:latin typeface="微软雅黑"/>
              </a:rPr>
              <a:t>{f.wCast}</a:t>
            </a:r>
          </a:p>
        </p:txBody>
      </p:sp>
      <p:sp>
        <p:nvSpPr>
          <p:cNvPr id="5" name="PART_LABEL_成品重量 (kg)"/>
          <p:cNvSpPr txBox="1"/>
          <p:nvPr/>
        </p:nvSpPr>
        <p:spPr>
          <a:xfrm>
            <a:off x="402336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684"/>
                </a:solidFill>
                <a:latin typeface="微软雅黑"/>
              </a:rPr>
              <a:t>成品重量 (kg)</a:t>
            </a:r>
          </a:p>
        </p:txBody>
      </p:sp>
      <p:sp>
        <p:nvSpPr>
          <p:cNvPr id="6" name="PART_VALUE_成品重量 (kg)"/>
          <p:cNvSpPr txBox="1"/>
          <p:nvPr/>
        </p:nvSpPr>
        <p:spPr>
          <a:xfrm>
            <a:off x="630936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F"/>
                </a:solidFill>
                <a:latin typeface="微软雅黑"/>
              </a:rPr>
              <a:t>{f.wFinish}</a:t>
            </a:r>
          </a:p>
        </p:txBody>
      </p:sp>
      <p:sp>
        <p:nvSpPr>
          <p:cNvPr id="7" name="PART_LABEL_基本壁厚 (mm)"/>
          <p:cNvSpPr txBox="1"/>
          <p:nvPr/>
        </p:nvSpPr>
        <p:spPr>
          <a:xfrm>
            <a:off x="402336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684"/>
                </a:solidFill>
                <a:latin typeface="微软雅黑"/>
              </a:rPr>
              <a:t>基本壁厚 (mm)</a:t>
            </a:r>
          </a:p>
        </p:txBody>
      </p:sp>
      <p:sp>
        <p:nvSpPr>
          <p:cNvPr id="8" name="PART_VALUE_基本壁厚 (mm)"/>
          <p:cNvSpPr txBox="1"/>
          <p:nvPr/>
        </p:nvSpPr>
        <p:spPr>
          <a:xfrm>
            <a:off x="6309360" y="2926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F"/>
                </a:solidFill>
                <a:latin typeface="微软雅黑"/>
              </a:rPr>
              <a:t>{f.wall}</a:t>
            </a:r>
          </a:p>
        </p:txBody>
      </p:sp>
      <p:sp>
        <p:nvSpPr>
          <p:cNvPr id="9" name="PART_LABEL_最大壁厚 (mm)"/>
          <p:cNvSpPr txBox="1"/>
          <p:nvPr/>
        </p:nvSpPr>
        <p:spPr>
          <a:xfrm>
            <a:off x="402336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684"/>
                </a:solidFill>
                <a:latin typeface="微软雅黑"/>
              </a:rPr>
              <a:t>最大壁厚 (mm)</a:t>
            </a:r>
          </a:p>
        </p:txBody>
      </p:sp>
      <p:sp>
        <p:nvSpPr>
          <p:cNvPr id="10" name="PART_VALUE_最大壁厚 (mm)"/>
          <p:cNvSpPr txBox="1"/>
          <p:nvPr/>
        </p:nvSpPr>
        <p:spPr>
          <a:xfrm>
            <a:off x="6309360" y="3474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F"/>
                </a:solidFill>
                <a:latin typeface="微软雅黑"/>
              </a:rPr>
              <a:t>{f.wallMax}</a:t>
            </a:r>
          </a:p>
        </p:txBody>
      </p:sp>
      <p:sp>
        <p:nvSpPr>
          <p:cNvPr id="11" name="PART_LABEL_铸造压力 (MPa)"/>
          <p:cNvSpPr txBox="1"/>
          <p:nvPr/>
        </p:nvSpPr>
        <p:spPr>
          <a:xfrm>
            <a:off x="4023360" y="4023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684"/>
                </a:solidFill>
                <a:latin typeface="微软雅黑"/>
              </a:rPr>
              <a:t>铸造压力 (MPa)</a:t>
            </a:r>
          </a:p>
        </p:txBody>
      </p:sp>
      <p:sp>
        <p:nvSpPr>
          <p:cNvPr id="12" name="PART_VALUE_铸造压力 (MPa)"/>
          <p:cNvSpPr txBox="1"/>
          <p:nvPr/>
        </p:nvSpPr>
        <p:spPr>
          <a:xfrm>
            <a:off x="6309360" y="4023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F"/>
                </a:solidFill>
                <a:latin typeface="微软雅黑"/>
              </a:rPr>
              <a:t>{f.castP}</a:t>
            </a:r>
          </a:p>
        </p:txBody>
      </p:sp>
      <p:sp>
        <p:nvSpPr>
          <p:cNvPr id="13" name="PART_LABEL_材料牌号"/>
          <p:cNvSpPr txBox="1"/>
          <p:nvPr/>
        </p:nvSpPr>
        <p:spPr>
          <a:xfrm>
            <a:off x="402336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684"/>
                </a:solidFill>
                <a:latin typeface="微软雅黑"/>
              </a:rPr>
              <a:t>材料牌号</a:t>
            </a:r>
          </a:p>
        </p:txBody>
      </p:sp>
      <p:sp>
        <p:nvSpPr>
          <p:cNvPr id="14" name="PART_VALUE_材料牌号"/>
          <p:cNvSpPr txBox="1"/>
          <p:nvPr/>
        </p:nvSpPr>
        <p:spPr>
          <a:xfrm>
            <a:off x="6309360" y="4572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6F"/>
                </a:solidFill>
                <a:latin typeface="微软雅黑"/>
              </a:rPr>
              <a:t>{f.material}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SSUE_NO"/>
          <p:cNvSpPr txBox="1"/>
          <p:nvPr/>
        </p:nvSpPr>
        <p:spPr>
          <a:xfrm>
            <a:off x="45720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6F"/>
                </a:solidFill>
                <a:latin typeface="微软雅黑"/>
              </a:rPr>
              <a:t>问题 {no}</a:t>
            </a:r>
          </a:p>
        </p:txBody>
      </p:sp>
      <p:sp>
        <p:nvSpPr>
          <p:cNvPr id="3" name="ISSUE_STATUS"/>
          <p:cNvSpPr txBox="1"/>
          <p:nvPr/>
        </p:nvSpPr>
        <p:spPr>
          <a:xfrm>
            <a:off x="6949440" y="548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3A6F"/>
                </a:solidFill>
                <a:latin typeface="微软雅黑"/>
              </a:rPr>
              <a:t>状态：{st}</a:t>
            </a:r>
          </a:p>
        </p:txBody>
      </p:sp>
      <p:sp>
        <p:nvSpPr>
          <p:cNvPr id="4" name="ISSUE_DESCRIPTION"/>
          <p:cNvSpPr txBox="1"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3A6F"/>
                </a:solidFill>
                <a:latin typeface="微软雅黑"/>
              </a:rPr>
              <a:t>{desc}</a:t>
            </a:r>
          </a:p>
        </p:txBody>
      </p:sp>
      <p:sp>
        <p:nvSpPr>
          <p:cNvPr id="5" name="ISSUE_RECOMMENDATION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0F7A37"/>
                </a:solidFill>
                <a:latin typeface="微软雅黑"/>
              </a:rPr>
              <a:t>建议：{prop}</a:t>
            </a:r>
          </a:p>
        </p:txBody>
      </p:sp>
      <p:sp>
        <p:nvSpPr>
          <p:cNvPr id="6" name="ISSUE_CUSTOMER_FEEDBACK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F3A6F"/>
                </a:solidFill>
                <a:latin typeface="微软雅黑"/>
              </a:rPr>
              <a:t>客户回复：{fb}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