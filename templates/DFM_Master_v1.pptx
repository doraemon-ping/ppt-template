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6"/>
  </p:notesMasterIdLst>
  <p:handoutMasterIdLst>
    <p:handoutMasterId r:id="rId87"/>
  </p:handoutMasterIdLst>
  <p:sldIdLst>
    <p:sldId id="5990" r:id="rId94"/>
    <p:sldId id="5991" r:id="rId95"/>
    <p:sldId id="5992" r:id="rId96"/>
    <p:sldId id="5993" r:id="rId97"/>
    <p:sldId id="5994" r:id="rId98"/>
    <p:sldId id="5995" r:id="rId99"/>
  </p:sldIdLst>
  <p:sldSz cx="12192000" cy="6858000"/>
  <p:notesSz cx="7104063" cy="10234613"/>
  <p:custDataLst>
    <p:tags r:id="rId8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2DDD3C9C-2706-411E-8042-AB713AAC6889}">
          <p14:sldIdLst>
            <p14:sldId id="3927"/>
            <p14:sldId id="5332"/>
          </p14:sldIdLst>
        </p14:section>
        <p14:section name="RFQ信息" id="{47B0C1D7-05E8-4FEA-A9EB-987546D66EFE}">
          <p14:sldIdLst>
            <p14:sldId id="4817"/>
          </p14:sldIdLst>
        </p14:section>
        <p14:section name="生产设计" id="{39FAFCB2-A9EA-40F0-A590-3D23FC5442C6}">
          <p14:sldIdLst>
            <p14:sldId id="5375"/>
            <p14:sldId id="5594"/>
            <p14:sldId id="5517"/>
            <p14:sldId id="5772"/>
            <p14:sldId id="5912"/>
            <p14:sldId id="5901"/>
            <p14:sldId id="5914"/>
            <p14:sldId id="5911"/>
            <p14:sldId id="5771"/>
            <p14:sldId id="5264"/>
            <p14:sldId id="5258"/>
            <p14:sldId id="5265"/>
            <p14:sldId id="5841"/>
            <p14:sldId id="5842"/>
            <p14:sldId id="5271"/>
            <p14:sldId id="5272"/>
            <p14:sldId id="5273"/>
            <p14:sldId id="5274"/>
            <p14:sldId id="5584"/>
            <p14:sldId id="5577"/>
            <p14:sldId id="5578"/>
            <p14:sldId id="5579"/>
            <p14:sldId id="5583"/>
            <p14:sldId id="5587"/>
            <p14:sldId id="5278"/>
            <p14:sldId id="5418"/>
            <p14:sldId id="5455"/>
            <p14:sldId id="5773"/>
            <p14:sldId id="5276"/>
            <p14:sldId id="5663"/>
            <p14:sldId id="5279"/>
            <p14:sldId id="5280"/>
            <p14:sldId id="5282"/>
            <p14:sldId id="5902"/>
            <p14:sldId id="5903"/>
            <p14:sldId id="5904"/>
            <p14:sldId id="5905"/>
            <p14:sldId id="5908"/>
            <p14:sldId id="5906"/>
            <p14:sldId id="5909"/>
            <p14:sldId id="5907"/>
            <p14:sldId id="5910"/>
            <p14:sldId id="5731"/>
            <p14:sldId id="5283"/>
            <p14:sldId id="5774"/>
            <p14:sldId id="5285"/>
            <p14:sldId id="5287"/>
            <p14:sldId id="5289"/>
            <p14:sldId id="5290"/>
            <p14:sldId id="5291"/>
            <p14:sldId id="5292"/>
            <p14:sldId id="5293"/>
            <p14:sldId id="5298"/>
            <p14:sldId id="5423"/>
            <p14:sldId id="5294"/>
            <p14:sldId id="5416"/>
            <p14:sldId id="5295"/>
            <p14:sldId id="5988"/>
            <p14:sldId id="5297"/>
            <p14:sldId id="5417"/>
            <p14:sldId id="5296"/>
            <p14:sldId id="5989"/>
            <p14:sldId id="5419"/>
            <p14:sldId id="5420"/>
            <p14:sldId id="5299"/>
            <p14:sldId id="5575"/>
            <p14:sldId id="5301"/>
            <p14:sldId id="5421"/>
            <p14:sldId id="5422"/>
            <p14:sldId id="5263"/>
            <p14:sldId id="5588"/>
            <p14:sldId id="5589"/>
          </p14:sldIdLst>
        </p14:section>
        <p14:section name="投资及产能分析" id="{6BC2A892-794F-4B0C-9750-900360C3FCC2}">
          <p14:sldIdLst/>
        </p14:section>
        <p14:section name="问题清单" id="{C7E1C9B7-3682-44C4-BC78-D4099158AB19}">
          <p14:sldIdLst>
            <p14:sldId id="4725"/>
            <p14:sldId id="5080"/>
            <p14:sldId id="5590"/>
            <p14:sldId id="5592"/>
            <p14:sldId id="5459"/>
            <p14:sldId id="5461"/>
            <p14:sldId id="5462"/>
            <p14:sldId id="4740"/>
            <p14:sldId id="4716"/>
          </p14:sldIdLst>
        </p14:section>
      </p14:sectionLst>
    </p:ext>
    <p:ext uri="{EFAFB233-063F-42B5-8137-9DF3F51BA10A}">
      <p15:sldGuideLst xmlns:p15="http://schemas.microsoft.com/office/powerpoint/2012/main">
        <p15:guide id="1" orient="horz" pos="2074" userDrawn="1">
          <p15:clr>
            <a:srgbClr val="A4A3A4"/>
          </p15:clr>
        </p15:guide>
        <p15:guide id="2" pos="3715"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1" name="Carlos Cortes" initials="CC" lastIdx="1" clrIdx="0"/>
  <p:cmAuthor id="2" name="张啸" initials="张啸" lastIdx="1" clrIdx="1"/>
  <p:cmAuthor id="3" name="GZXP" initials="G" lastIdx="1" clrIdx="0"/>
  <p:cmAuthor id="4" name="Xpeng" initials="X" lastIdx="3" clrIdx="2"/>
  <p:cmAuthor id="5" name="聂欢欢" initials="聂" lastIdx="8" clrIdx="4"/>
  <p:cmAuthor id="6" name="周雷英" initials="周" lastIdx="9" clrIdx="0"/>
  <p:cmAuthor id="7" name="1206988966@qq.com" initials="1" lastIdx="1" clrIdx="2"/>
  <p:cmAuthor id="8" name="姜伟光" initials="姜" lastIdx="1" clrIdx="0"/>
  <p:cmAuthor id="9" name="USER" initials="U" lastIdx="18" clrIdx="0"/>
  <p:cmAuthor id="10" name="小鹏汽车" initials="小" lastIdx="1" clrIdx="9"/>
  <p:cmAuthor id="11" name="Ed Hotard" initials="E" lastIdx="18" clrIdx="0"/>
  <p:cmAuthor id="13" name="jiangp" initials="j" lastIdx="1" clrIdx="12"/>
  <p:cmAuthor id="14" name="huanshuai" initials="h" lastIdx="1" clrIdx="13"/>
  <p:cmAuthor id="15" name="zhangya" initials="z" lastIdx="1" clrIdx="14"/>
  <p:cmAuthor id="16" name="liubinjie" initials="l" lastIdx="2" clrIdx="1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996633"/>
    <a:srgbClr val="FFFFFF"/>
    <a:srgbClr val="FFCCFF"/>
    <a:srgbClr val="666699"/>
    <a:srgbClr val="00FF00"/>
    <a:srgbClr val="FF99CC"/>
    <a:srgbClr val="6B7796"/>
    <a:srgbClr val="CCD2DD"/>
    <a:srgbClr val="D0D6E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6" autoAdjust="0"/>
    <p:restoredTop sz="94080" autoAdjust="0"/>
  </p:normalViewPr>
  <p:slideViewPr>
    <p:cSldViewPr snapToGrid="0" showGuides="1">
      <p:cViewPr varScale="1">
        <p:scale>
          <a:sx n="55" d="100"/>
          <a:sy n="55" d="100"/>
        </p:scale>
        <p:origin x="411" y="51"/>
      </p:cViewPr>
      <p:guideLst>
        <p:guide orient="horz" pos="2074"/>
        <p:guide pos="3715"/>
      </p:guideLst>
    </p:cSldViewPr>
  </p:slideViewPr>
  <p:notesTextViewPr>
    <p:cViewPr>
      <p:scale>
        <a:sx n="1" d="1"/>
        <a:sy n="1" d="1"/>
      </p:scale>
      <p:origin x="0" y="0"/>
    </p:cViewPr>
  </p:notesTextViewPr>
  <p:sorterViewPr>
    <p:cViewPr>
      <p:scale>
        <a:sx n="100" d="100"/>
        <a:sy n="100" d="100"/>
      </p:scale>
      <p:origin x="0" y="-4256"/>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6" Type="http://schemas.openxmlformats.org/officeDocument/2006/relationships/notesMaster" Target="notesMasters/notesMaster1.xml"/><Relationship Id="rId87" Type="http://schemas.openxmlformats.org/officeDocument/2006/relationships/handoutMaster" Target="handoutMasters/handoutMaster1.xml"/><Relationship Id="rId88" Type="http://schemas.openxmlformats.org/officeDocument/2006/relationships/tags" Target="tags/tag1.xml"/><Relationship Id="rId89" Type="http://schemas.openxmlformats.org/officeDocument/2006/relationships/commentAuthors" Target="commentAuthors.xml"/><Relationship Id="rId90" Type="http://schemas.openxmlformats.org/officeDocument/2006/relationships/presProps" Target="presProps.xml"/><Relationship Id="rId91" Type="http://schemas.openxmlformats.org/officeDocument/2006/relationships/viewProps" Target="viewProps.xml"/><Relationship Id="rId92" Type="http://schemas.openxmlformats.org/officeDocument/2006/relationships/theme" Target="theme/theme1.xml"/><Relationship Id="rId93" Type="http://schemas.openxmlformats.org/officeDocument/2006/relationships/tableStyles" Target="tableStyles.xml"/><Relationship Id="rId94" Type="http://schemas.openxmlformats.org/officeDocument/2006/relationships/slide" Target="slides/slide85.xml"/><Relationship Id="rId95" Type="http://schemas.openxmlformats.org/officeDocument/2006/relationships/slide" Target="slides/slide86.xml"/><Relationship Id="rId96" Type="http://schemas.openxmlformats.org/officeDocument/2006/relationships/slide" Target="slides/slide87.xml"/><Relationship Id="rId97" Type="http://schemas.openxmlformats.org/officeDocument/2006/relationships/slide" Target="slides/slide88.xml"/><Relationship Id="rId98" Type="http://schemas.openxmlformats.org/officeDocument/2006/relationships/slide" Target="slides/slide89.xml"/><Relationship Id="rId99" Type="http://schemas.openxmlformats.org/officeDocument/2006/relationships/slide" Target="slides/slide9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188595" cy="574719"/>
          </a:xfrm>
          <a:prstGeom prst="rect">
            <a:avLst/>
          </a:prstGeom>
        </p:spPr>
        <p:txBody>
          <a:bodyPr vert="horz" lIns="91440" tIns="45720" rIns="91440" bIns="45720" rtlCol="0"/>
          <a:lstStyle>
            <a:lvl1pPr algn="l">
              <a:defRPr sz="1290"/>
            </a:lvl1pPr>
          </a:lstStyle>
          <a:p>
            <a:endParaRPr lang="zh-CN" altLang="en-US"/>
          </a:p>
        </p:txBody>
      </p:sp>
      <p:sp>
        <p:nvSpPr>
          <p:cNvPr id="3" name="日期占位符 2"/>
          <p:cNvSpPr>
            <a:spLocks noGrp="1"/>
          </p:cNvSpPr>
          <p:nvPr>
            <p:ph type="dt" sz="quarter" idx="1"/>
          </p:nvPr>
        </p:nvSpPr>
        <p:spPr>
          <a:xfrm>
            <a:off x="4167998" y="0"/>
            <a:ext cx="3188595" cy="574719"/>
          </a:xfrm>
          <a:prstGeom prst="rect">
            <a:avLst/>
          </a:prstGeom>
        </p:spPr>
        <p:txBody>
          <a:bodyPr vert="horz" lIns="91440" tIns="45720" rIns="91440" bIns="45720" rtlCol="0"/>
          <a:lstStyle>
            <a:lvl1pPr algn="r">
              <a:defRPr sz="1290"/>
            </a:lvl1pPr>
          </a:lstStyle>
          <a:p>
            <a:fld id="{0F9B84EA-7D68-4D60-9CB1-D50884785D1C}" type="datetimeFigureOut">
              <a:rPr lang="zh-CN" altLang="en-US" smtClean="0"/>
              <a:t>2026/9/2</a:t>
            </a:fld>
            <a:endParaRPr lang="zh-CN" altLang="en-US"/>
          </a:p>
        </p:txBody>
      </p:sp>
      <p:sp>
        <p:nvSpPr>
          <p:cNvPr id="4" name="页脚占位符 3"/>
          <p:cNvSpPr>
            <a:spLocks noGrp="1"/>
          </p:cNvSpPr>
          <p:nvPr>
            <p:ph type="ftr" sz="quarter" idx="2"/>
          </p:nvPr>
        </p:nvSpPr>
        <p:spPr>
          <a:xfrm>
            <a:off x="0" y="10879875"/>
            <a:ext cx="3188595" cy="574718"/>
          </a:xfrm>
          <a:prstGeom prst="rect">
            <a:avLst/>
          </a:prstGeom>
        </p:spPr>
        <p:txBody>
          <a:bodyPr vert="horz" lIns="91440" tIns="45720" rIns="91440" bIns="45720" rtlCol="0" anchor="b"/>
          <a:lstStyle>
            <a:lvl1pPr algn="l">
              <a:defRPr sz="1290"/>
            </a:lvl1pPr>
          </a:lstStyle>
          <a:p>
            <a:endParaRPr lang="zh-CN" altLang="en-US"/>
          </a:p>
        </p:txBody>
      </p:sp>
      <p:sp>
        <p:nvSpPr>
          <p:cNvPr id="5" name="灯片编号占位符 4"/>
          <p:cNvSpPr>
            <a:spLocks noGrp="1"/>
          </p:cNvSpPr>
          <p:nvPr>
            <p:ph type="sldNum" sz="quarter" idx="3"/>
          </p:nvPr>
        </p:nvSpPr>
        <p:spPr>
          <a:xfrm>
            <a:off x="4167998" y="10879875"/>
            <a:ext cx="3188595" cy="574718"/>
          </a:xfrm>
          <a:prstGeom prst="rect">
            <a:avLst/>
          </a:prstGeom>
        </p:spPr>
        <p:txBody>
          <a:bodyPr vert="horz" lIns="91440" tIns="45720" rIns="91440" bIns="45720" rtlCol="0" anchor="b"/>
          <a:lstStyle>
            <a:lvl1pPr algn="r">
              <a:defRPr sz="1290"/>
            </a:lvl1pPr>
          </a:lstStyle>
          <a:p>
            <a:fld id="{8D4E0FC9-F1F8-4FAE-9988-3BA365CFD46F}"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1" y="0"/>
            <a:ext cx="3078427" cy="513508"/>
          </a:xfrm>
          <a:prstGeom prst="rect">
            <a:avLst/>
          </a:prstGeom>
        </p:spPr>
        <p:txBody>
          <a:bodyPr vert="horz" lIns="99065" tIns="49532" rIns="99065" bIns="49532" rtlCol="0"/>
          <a:lstStyle>
            <a:lvl1pPr algn="l">
              <a:defRPr sz="1300"/>
            </a:lvl1pPr>
          </a:lstStyle>
          <a:p>
            <a:endParaRPr lang="zh-CN" altLang="en-US"/>
          </a:p>
        </p:txBody>
      </p:sp>
      <p:sp>
        <p:nvSpPr>
          <p:cNvPr id="3" name="日期占位符 2"/>
          <p:cNvSpPr>
            <a:spLocks noGrp="1"/>
          </p:cNvSpPr>
          <p:nvPr>
            <p:ph type="dt" idx="1"/>
          </p:nvPr>
        </p:nvSpPr>
        <p:spPr>
          <a:xfrm>
            <a:off x="4023993" y="0"/>
            <a:ext cx="3078427" cy="513508"/>
          </a:xfrm>
          <a:prstGeom prst="rect">
            <a:avLst/>
          </a:prstGeom>
        </p:spPr>
        <p:txBody>
          <a:bodyPr vert="horz" lIns="99065" tIns="49532" rIns="99065" bIns="49532" rtlCol="0"/>
          <a:lstStyle>
            <a:lvl1pPr algn="r">
              <a:defRPr sz="1300"/>
            </a:lvl1pPr>
          </a:lstStyle>
          <a:p>
            <a:fld id="{F07F0446-17FB-4764-A703-AC6ACAD4E499}" type="datetimeFigureOut">
              <a:rPr lang="zh-CN" altLang="en-US" smtClean="0"/>
              <a:t>2026/9/2</a:t>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65" tIns="49532" rIns="99065" bIns="49532" rtlCol="0" anchor="ctr"/>
          <a:lstStyle/>
          <a:p>
            <a:endParaRPr lang="zh-CN" altLang="en-US"/>
          </a:p>
        </p:txBody>
      </p:sp>
      <p:sp>
        <p:nvSpPr>
          <p:cNvPr id="5" name="备注占位符 4"/>
          <p:cNvSpPr>
            <a:spLocks noGrp="1"/>
          </p:cNvSpPr>
          <p:nvPr>
            <p:ph type="body" sz="quarter" idx="3"/>
          </p:nvPr>
        </p:nvSpPr>
        <p:spPr>
          <a:xfrm>
            <a:off x="710407" y="4925407"/>
            <a:ext cx="5683250" cy="4029879"/>
          </a:xfrm>
          <a:prstGeom prst="rect">
            <a:avLst/>
          </a:prstGeom>
        </p:spPr>
        <p:txBody>
          <a:bodyPr vert="horz" lIns="99065" tIns="49532" rIns="99065" bIns="49532"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1" y="9721108"/>
            <a:ext cx="3078427" cy="513507"/>
          </a:xfrm>
          <a:prstGeom prst="rect">
            <a:avLst/>
          </a:prstGeom>
        </p:spPr>
        <p:txBody>
          <a:bodyPr vert="horz" lIns="99065" tIns="49532" rIns="99065" bIns="49532" rtlCol="0" anchor="b"/>
          <a:lstStyle>
            <a:lvl1pPr algn="l">
              <a:defRPr sz="1300"/>
            </a:lvl1pPr>
          </a:lstStyle>
          <a:p>
            <a:endParaRPr lang="zh-CN" altLang="en-US"/>
          </a:p>
        </p:txBody>
      </p:sp>
      <p:sp>
        <p:nvSpPr>
          <p:cNvPr id="7" name="灯片编号占位符 6"/>
          <p:cNvSpPr>
            <a:spLocks noGrp="1"/>
          </p:cNvSpPr>
          <p:nvPr>
            <p:ph type="sldNum" sz="quarter" idx="5"/>
          </p:nvPr>
        </p:nvSpPr>
        <p:spPr>
          <a:xfrm>
            <a:off x="4023993" y="9721108"/>
            <a:ext cx="3078427" cy="513507"/>
          </a:xfrm>
          <a:prstGeom prst="rect">
            <a:avLst/>
          </a:prstGeom>
        </p:spPr>
        <p:txBody>
          <a:bodyPr vert="horz" lIns="99065" tIns="49532" rIns="99065" bIns="49532" rtlCol="0" anchor="b"/>
          <a:lstStyle>
            <a:lvl1pPr algn="r">
              <a:defRPr sz="1300"/>
            </a:lvl1pPr>
          </a:lstStyle>
          <a:p>
            <a:fld id="{4C56E9C9-8717-457D-879D-227C0946B07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分隔页">
    <p:spTree>
      <p:nvGrpSpPr>
        <p:cNvPr id="1" name=""/>
        <p:cNvGrpSpPr/>
        <p:nvPr/>
      </p:nvGrpSpPr>
      <p:grpSpPr>
        <a:xfrm>
          <a:off x="0" y="0"/>
          <a:ext cx="0" cy="0"/>
          <a:chOff x="0" y="0"/>
          <a:chExt cx="0" cy="0"/>
        </a:xfrm>
      </p:grpSpPr>
      <p:sp>
        <p:nvSpPr>
          <p:cNvPr id="3" name="矩形 2"/>
          <p:cNvSpPr/>
          <p:nvPr userDrawn="1"/>
        </p:nvSpPr>
        <p:spPr>
          <a:xfrm>
            <a:off x="0" y="2709041"/>
            <a:ext cx="12192000" cy="1439918"/>
          </a:xfrm>
          <a:prstGeom prst="rect">
            <a:avLst/>
          </a:prstGeom>
          <a:solidFill>
            <a:schemeClr val="bg1">
              <a:lumMod val="85000"/>
            </a:schemeClr>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3"/>
          <p:cNvSpPr>
            <a:spLocks noGrp="1"/>
          </p:cNvSpPr>
          <p:nvPr>
            <p:ph type="title"/>
          </p:nvPr>
        </p:nvSpPr>
        <p:spPr>
          <a:xfrm>
            <a:off x="2614431" y="3090701"/>
            <a:ext cx="6963137" cy="676597"/>
          </a:xfrm>
          <a:prstGeom prst="rect">
            <a:avLst/>
          </a:prstGeom>
        </p:spPr>
        <p:txBody>
          <a:bodyPr anchor="ctr"/>
          <a:lstStyle>
            <a:lvl1pPr algn="ctr">
              <a:lnSpc>
                <a:spcPct val="100000"/>
              </a:lnSpc>
              <a:defRPr sz="44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章节页1">
    <p:spTree>
      <p:nvGrpSpPr>
        <p:cNvPr id="1" name=""/>
        <p:cNvGrpSpPr/>
        <p:nvPr/>
      </p:nvGrpSpPr>
      <p:grpSpPr>
        <a:xfrm>
          <a:off x="0" y="0"/>
          <a:ext cx="0" cy="0"/>
          <a:chOff x="0" y="0"/>
          <a:chExt cx="0" cy="0"/>
        </a:xfrm>
      </p:grpSpPr>
      <p:sp>
        <p:nvSpPr>
          <p:cNvPr id="9" name="矩形 8"/>
          <p:cNvSpPr/>
          <p:nvPr userDrawn="1"/>
        </p:nvSpPr>
        <p:spPr>
          <a:xfrm>
            <a:off x="0" y="13119"/>
            <a:ext cx="12186592" cy="6844881"/>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userDrawn="1"/>
        </p:nvSpPr>
        <p:spPr>
          <a:xfrm>
            <a:off x="0" y="2780928"/>
            <a:ext cx="12186592" cy="2376264"/>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800" b="1" dirty="0">
              <a:latin typeface="微软雅黑" panose="020B0503020204020204" pitchFamily="34" charset="-122"/>
              <a:ea typeface="微软雅黑" panose="020B0503020204020204" pitchFamily="34" charset="-122"/>
            </a:endParaRPr>
          </a:p>
        </p:txBody>
      </p:sp>
      <p:sp>
        <p:nvSpPr>
          <p:cNvPr id="5" name="直角三角形 4"/>
          <p:cNvSpPr/>
          <p:nvPr userDrawn="1"/>
        </p:nvSpPr>
        <p:spPr>
          <a:xfrm flipV="1">
            <a:off x="0" y="874"/>
            <a:ext cx="5400000" cy="5400000"/>
          </a:xfrm>
          <a:prstGeom prst="rtTriangle">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直角三角形 3"/>
          <p:cNvSpPr/>
          <p:nvPr userDrawn="1"/>
        </p:nvSpPr>
        <p:spPr>
          <a:xfrm rot="5400000" flipH="1" flipV="1">
            <a:off x="7506592" y="2178000"/>
            <a:ext cx="4680000" cy="4680000"/>
          </a:xfrm>
          <a:prstGeom prst="r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Picture 1"/>
          <p:cNvPicPr>
            <a:picLocks noChangeAspect="1" noChangeArrowheads="1"/>
          </p:cNvPicPr>
          <p:nvPr userDrawn="1"/>
        </p:nvPicPr>
        <p:blipFill>
          <a:blip r:embed="rId2" cstate="email">
            <a:extLst>
              <a:ext uri="{BEBA8EAE-BF5A-486C-A8C5-ECC9F3942E4B}">
                <a14:imgProps xmlns:a14="http://schemas.microsoft.com/office/drawing/2010/main">
                  <a14:imgLayer r:embed="rId3"/>
                </a14:imgProps>
              </a:ext>
            </a:extLst>
          </a:blip>
          <a:stretch>
            <a:fillRect/>
          </a:stretch>
        </p:blipFill>
        <p:spPr bwMode="auto">
          <a:xfrm>
            <a:off x="10164591" y="269374"/>
            <a:ext cx="2022001" cy="288000"/>
          </a:xfrm>
          <a:prstGeom prst="rect">
            <a:avLst/>
          </a:prstGeom>
          <a:noFill/>
          <a:extLst>
            <a:ext uri="{909E8E84-426E-40DD-AFC4-6F175D3DCCD1}">
              <a14:hiddenFill xmlns:a14="http://schemas.microsoft.com/office/drawing/2010/main">
                <a:solidFill>
                  <a:srgbClr val="FFFFFF"/>
                </a:solidFill>
              </a14:hiddenFill>
            </a:ext>
          </a:extLst>
        </p:spPr>
      </p:pic>
      <p:sp>
        <p:nvSpPr>
          <p:cNvPr id="12" name="标题 3"/>
          <p:cNvSpPr>
            <a:spLocks noGrp="1"/>
          </p:cNvSpPr>
          <p:nvPr>
            <p:ph type="title"/>
          </p:nvPr>
        </p:nvSpPr>
        <p:spPr>
          <a:xfrm>
            <a:off x="2341915" y="4179701"/>
            <a:ext cx="6963137" cy="676597"/>
          </a:xfrm>
          <a:prstGeom prst="rect">
            <a:avLst/>
          </a:prstGeom>
        </p:spPr>
        <p:txBody>
          <a:bodyPr anchor="ctr"/>
          <a:lstStyle>
            <a:lvl1pPr algn="r">
              <a:lnSpc>
                <a:spcPct val="100000"/>
              </a:lnSpc>
              <a:defRPr sz="3600" b="1">
                <a:solidFill>
                  <a:schemeClr val="bg1"/>
                </a:solidFill>
                <a:latin typeface="+mj-ea"/>
                <a:ea typeface="+mj-ea"/>
              </a:defRPr>
            </a:lvl1pPr>
          </a:lstStyle>
          <a:p>
            <a:r>
              <a:rPr lang="zh-CN" altLang="en-US" dirty="0"/>
              <a:t>单击此处编辑母版标题样式</a:t>
            </a:r>
          </a:p>
        </p:txBody>
      </p:sp>
      <p:sp>
        <p:nvSpPr>
          <p:cNvPr id="17" name="文本占位符 16"/>
          <p:cNvSpPr>
            <a:spLocks noGrp="1"/>
          </p:cNvSpPr>
          <p:nvPr>
            <p:ph type="body" sz="quarter" idx="12" hasCustomPrompt="1"/>
          </p:nvPr>
        </p:nvSpPr>
        <p:spPr>
          <a:xfrm>
            <a:off x="1871362" y="5276895"/>
            <a:ext cx="2952944" cy="1461402"/>
          </a:xfrm>
          <a:prstGeom prst="rect">
            <a:avLst/>
          </a:prstGeom>
        </p:spPr>
        <p:txBody>
          <a:bodyPr/>
          <a:lstStyle>
            <a:lvl1pPr>
              <a:defRPr sz="1600" baseline="0">
                <a:latin typeface="Calibri" panose="020F0502020204030204" pitchFamily="34" charset="0"/>
                <a:ea typeface="微软雅黑" panose="020B0503020204020204" pitchFamily="34" charset="-122"/>
              </a:defRPr>
            </a:lvl1pPr>
          </a:lstStyle>
          <a:p>
            <a:pPr lvl="0"/>
            <a:r>
              <a:rPr lang="zh-CN" altLang="en-US" dirty="0"/>
              <a:t>小节</a:t>
            </a:r>
            <a:r>
              <a:rPr lang="en-US" altLang="zh-CN" dirty="0"/>
              <a:t>1</a:t>
            </a:r>
          </a:p>
          <a:p>
            <a:pPr lvl="0"/>
            <a:r>
              <a:rPr lang="zh-CN" altLang="en-US" dirty="0"/>
              <a:t>小节</a:t>
            </a:r>
            <a:r>
              <a:rPr lang="en-US" altLang="zh-CN" dirty="0"/>
              <a:t>2</a:t>
            </a:r>
          </a:p>
          <a:p>
            <a:pPr lvl="0"/>
            <a:r>
              <a:rPr lang="zh-CN" altLang="en-US" dirty="0"/>
              <a:t>小节</a:t>
            </a:r>
            <a:r>
              <a:rPr lang="en-US" altLang="zh-CN" dirty="0"/>
              <a:t>3</a:t>
            </a:r>
            <a:endParaRPr lang="zh-CN" altLang="en-US" dirty="0"/>
          </a:p>
        </p:txBody>
      </p:sp>
      <p:sp>
        <p:nvSpPr>
          <p:cNvPr id="20" name="文本占位符 14"/>
          <p:cNvSpPr>
            <a:spLocks noGrp="1"/>
          </p:cNvSpPr>
          <p:nvPr>
            <p:ph type="body" sz="quarter" idx="11" hasCustomPrompt="1"/>
          </p:nvPr>
        </p:nvSpPr>
        <p:spPr>
          <a:xfrm>
            <a:off x="2558013" y="2863343"/>
            <a:ext cx="4532585" cy="676596"/>
          </a:xfrm>
          <a:prstGeom prst="rect">
            <a:avLst/>
          </a:prstGeom>
        </p:spPr>
        <p:txBody>
          <a:bodyPr anchor="ctr"/>
          <a:lstStyle>
            <a:lvl1pPr marL="0" indent="0">
              <a:lnSpc>
                <a:spcPct val="100000"/>
              </a:lnSpc>
              <a:spcBef>
                <a:spcPts val="0"/>
              </a:spcBef>
              <a:buFontTx/>
              <a:buNone/>
              <a:defRPr lang="en-US" altLang="zh-CN" sz="3600" b="0" i="0" baseline="0" smtClean="0">
                <a:solidFill>
                  <a:schemeClr val="bg1"/>
                </a:solidFill>
                <a:effectLst/>
                <a:latin typeface="微软雅黑" panose="020B0503020204020204" pitchFamily="34" charset="-122"/>
                <a:ea typeface="微软雅黑" panose="020B0503020204020204" pitchFamily="34" charset="-122"/>
                <a:cs typeface="Calibri Light" panose="020F0302020204030204" pitchFamily="34" charset="0"/>
              </a:defRPr>
            </a:lvl1pPr>
          </a:lstStyle>
          <a:p>
            <a:pPr lvl="0"/>
            <a:r>
              <a:rPr lang="en-US" altLang="zh-CN" dirty="0"/>
              <a:t>Chapter  1</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空白标题中英文">
    <p:spTree>
      <p:nvGrpSpPr>
        <p:cNvPr id="1" name=""/>
        <p:cNvGrpSpPr/>
        <p:nvPr/>
      </p:nvGrpSpPr>
      <p:grpSpPr>
        <a:xfrm>
          <a:off x="0" y="0"/>
          <a:ext cx="0" cy="0"/>
          <a:chOff x="0" y="0"/>
          <a:chExt cx="0" cy="0"/>
        </a:xfrm>
      </p:grpSpPr>
      <p:sp>
        <p:nvSpPr>
          <p:cNvPr id="3"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4"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空白标题中文">
    <p:spTree>
      <p:nvGrpSpPr>
        <p:cNvPr id="1" name=""/>
        <p:cNvGrpSpPr/>
        <p:nvPr/>
      </p:nvGrpSpPr>
      <p:grpSpPr>
        <a:xfrm>
          <a:off x="0" y="0"/>
          <a:ext cx="0" cy="0"/>
          <a:chOff x="0" y="0"/>
          <a:chExt cx="0" cy="0"/>
        </a:xfrm>
      </p:grpSpPr>
      <p:sp>
        <p:nvSpPr>
          <p:cNvPr id="5"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灰底标题中英文">
    <p:spTree>
      <p:nvGrpSpPr>
        <p:cNvPr id="1" name=""/>
        <p:cNvGrpSpPr/>
        <p:nvPr/>
      </p:nvGrpSpPr>
      <p:grpSpPr>
        <a:xfrm>
          <a:off x="0" y="0"/>
          <a:ext cx="0" cy="0"/>
          <a:chOff x="0" y="0"/>
          <a:chExt cx="0" cy="0"/>
        </a:xfrm>
      </p:grpSpPr>
      <p:sp>
        <p:nvSpPr>
          <p:cNvPr id="3" name="矩形 2"/>
          <p:cNvSpPr/>
          <p:nvPr userDrawn="1"/>
        </p:nvSpPr>
        <p:spPr>
          <a:xfrm>
            <a:off x="0" y="1188000"/>
            <a:ext cx="12192000" cy="5670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7"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灰底标题中文">
    <p:spTree>
      <p:nvGrpSpPr>
        <p:cNvPr id="1" name=""/>
        <p:cNvGrpSpPr/>
        <p:nvPr/>
      </p:nvGrpSpPr>
      <p:grpSpPr>
        <a:xfrm>
          <a:off x="0" y="0"/>
          <a:ext cx="0" cy="0"/>
          <a:chOff x="0" y="0"/>
          <a:chExt cx="0" cy="0"/>
        </a:xfrm>
      </p:grpSpPr>
      <p:sp>
        <p:nvSpPr>
          <p:cNvPr id="3" name="矩形 2"/>
          <p:cNvSpPr/>
          <p:nvPr userDrawn="1"/>
        </p:nvSpPr>
        <p:spPr>
          <a:xfrm>
            <a:off x="0" y="936000"/>
            <a:ext cx="12192000" cy="5922000"/>
          </a:xfrm>
          <a:prstGeom prst="rect">
            <a:avLst/>
          </a:prstGeom>
          <a:solidFill>
            <a:schemeClr val="bg1">
              <a:lumMod val="95000"/>
            </a:schemeClr>
          </a:solidFill>
          <a:ln>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横线标题中英文">
    <p:spTree>
      <p:nvGrpSpPr>
        <p:cNvPr id="1" name=""/>
        <p:cNvGrpSpPr/>
        <p:nvPr/>
      </p:nvGrpSpPr>
      <p:grpSpPr>
        <a:xfrm>
          <a:off x="0" y="0"/>
          <a:ext cx="0" cy="0"/>
          <a:chOff x="0" y="0"/>
          <a:chExt cx="0" cy="0"/>
        </a:xfrm>
      </p:grpSpPr>
      <p:cxnSp>
        <p:nvCxnSpPr>
          <p:cNvPr id="4" name="直接连接符 3"/>
          <p:cNvCxnSpPr/>
          <p:nvPr userDrawn="1"/>
        </p:nvCxnSpPr>
        <p:spPr>
          <a:xfrm>
            <a:off x="0" y="1188000"/>
            <a:ext cx="12192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16"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
        <p:nvSpPr>
          <p:cNvPr id="17" name="文本占位符 14"/>
          <p:cNvSpPr>
            <a:spLocks noGrp="1"/>
          </p:cNvSpPr>
          <p:nvPr>
            <p:ph type="body" sz="quarter" idx="11" hasCustomPrompt="1"/>
          </p:nvPr>
        </p:nvSpPr>
        <p:spPr>
          <a:xfrm>
            <a:off x="720000" y="828000"/>
            <a:ext cx="4532585" cy="283614"/>
          </a:xfrm>
          <a:prstGeom prst="rect">
            <a:avLst/>
          </a:prstGeom>
        </p:spPr>
        <p:txBody>
          <a:bodyPr/>
          <a:lstStyle>
            <a:lvl1pPr marL="0" indent="0">
              <a:lnSpc>
                <a:spcPct val="100000"/>
              </a:lnSpc>
              <a:spcBef>
                <a:spcPts val="0"/>
              </a:spcBef>
              <a:buFontTx/>
              <a:buNone/>
              <a:defRPr lang="en-US" altLang="zh-CN" sz="1800" b="0" i="0" baseline="0" smtClean="0">
                <a:effectLst/>
                <a:latin typeface="+mj-lt"/>
                <a:cs typeface="Calibri Light" panose="020F0302020204030204" pitchFamily="34" charset="0"/>
              </a:defRPr>
            </a:lvl1pPr>
          </a:lstStyle>
          <a:p>
            <a:pPr lvl="0"/>
            <a:r>
              <a:rPr lang="en-US" altLang="zh-CN" dirty="0"/>
              <a:t>Click to edit title</a:t>
            </a:r>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横线标题中文">
    <p:spTree>
      <p:nvGrpSpPr>
        <p:cNvPr id="1" name=""/>
        <p:cNvGrpSpPr/>
        <p:nvPr/>
      </p:nvGrpSpPr>
      <p:grpSpPr>
        <a:xfrm>
          <a:off x="0" y="0"/>
          <a:ext cx="0" cy="0"/>
          <a:chOff x="0" y="0"/>
          <a:chExt cx="0" cy="0"/>
        </a:xfrm>
      </p:grpSpPr>
      <p:cxnSp>
        <p:nvCxnSpPr>
          <p:cNvPr id="4" name="直接连接符 3"/>
          <p:cNvCxnSpPr/>
          <p:nvPr userDrawn="1"/>
        </p:nvCxnSpPr>
        <p:spPr>
          <a:xfrm>
            <a:off x="0" y="936000"/>
            <a:ext cx="121920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标题 1"/>
          <p:cNvSpPr>
            <a:spLocks noGrp="1"/>
          </p:cNvSpPr>
          <p:nvPr>
            <p:ph type="title"/>
          </p:nvPr>
        </p:nvSpPr>
        <p:spPr>
          <a:xfrm>
            <a:off x="720000" y="360000"/>
            <a:ext cx="4532586" cy="486212"/>
          </a:xfrm>
          <a:prstGeom prst="rect">
            <a:avLst/>
          </a:prstGeom>
        </p:spPr>
        <p:txBody>
          <a:bodyPr/>
          <a:lstStyle>
            <a:lvl1pPr>
              <a:lnSpc>
                <a:spcPct val="100000"/>
              </a:lnSpc>
              <a:defRPr sz="2800" b="1">
                <a:solidFill>
                  <a:srgbClr val="002060"/>
                </a:solidFill>
                <a:latin typeface="+mj-ea"/>
                <a:ea typeface="+mj-ea"/>
              </a:defRPr>
            </a:lvl1pPr>
          </a:lstStyle>
          <a:p>
            <a:r>
              <a:rPr lang="zh-CN" altLang="en-US" dirty="0"/>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版式">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免责声明">
    <p:bg>
      <p:bgPr>
        <a:solidFill>
          <a:schemeClr val="bg1">
            <a:lumMod val="95000"/>
          </a:schemeClr>
        </a:solidFill>
        <a:effectLst/>
      </p:bgPr>
    </p:bg>
    <p:spTree>
      <p:nvGrpSpPr>
        <p:cNvPr id="1" name=""/>
        <p:cNvGrpSpPr/>
        <p:nvPr/>
      </p:nvGrpSpPr>
      <p:grpSpPr>
        <a:xfrm>
          <a:off x="0" y="0"/>
          <a:ext cx="0" cy="0"/>
          <a:chOff x="0" y="0"/>
          <a:chExt cx="0" cy="0"/>
        </a:xfrm>
      </p:grpSpPr>
      <p:grpSp>
        <p:nvGrpSpPr>
          <p:cNvPr id="8" name="组合 7"/>
          <p:cNvGrpSpPr/>
          <p:nvPr userDrawn="1"/>
        </p:nvGrpSpPr>
        <p:grpSpPr>
          <a:xfrm>
            <a:off x="938165" y="2951797"/>
            <a:ext cx="10315670" cy="1878996"/>
            <a:chOff x="724620" y="2908664"/>
            <a:chExt cx="10315670" cy="1878996"/>
          </a:xfrm>
        </p:grpSpPr>
        <p:sp>
          <p:nvSpPr>
            <p:cNvPr id="3" name="文本框 2"/>
            <p:cNvSpPr txBox="1"/>
            <p:nvPr/>
          </p:nvSpPr>
          <p:spPr>
            <a:xfrm>
              <a:off x="865431" y="3096212"/>
              <a:ext cx="10054090" cy="523220"/>
            </a:xfrm>
            <a:prstGeom prst="rect">
              <a:avLst/>
            </a:prstGeom>
            <a:noFill/>
          </p:spPr>
          <p:txBody>
            <a:bodyPr wrap="square" rtlCol="0">
              <a:spAutoFit/>
            </a:bodyPr>
            <a:lstStyle/>
            <a:p>
              <a:r>
                <a:rPr lang="zh-CN" altLang="zh-CN" sz="1400" kern="1200" spc="150" dirty="0">
                  <a:solidFill>
                    <a:srgbClr val="000000"/>
                  </a:solidFill>
                  <a:latin typeface="微软雅黑" panose="020B0503020204020204" pitchFamily="34" charset="-122"/>
                  <a:ea typeface="微软雅黑" panose="020B0503020204020204" pitchFamily="34" charset="-122"/>
                  <a:cs typeface="Arial" panose="020B0604020202020204"/>
                  <a:sym typeface="Arial" panose="020B0604020202020204" pitchFamily="34" charset="0"/>
                </a:rPr>
                <a:t>本文件内容均属宁波拓普集团股份有限公司商业秘密，未经宁波拓普集团股份有限公司书面许可，任何以转发、展示、传阅、复印或以其他方式向无必要接触或未书面承诺承担保密义务的第三方的披露行为均属侵权。</a:t>
              </a:r>
              <a:endParaRPr lang="zh-CN" altLang="en-US" sz="1400" kern="1200" spc="150" dirty="0">
                <a:solidFill>
                  <a:srgbClr val="000000"/>
                </a:solidFill>
                <a:latin typeface="微软雅黑" panose="020B0503020204020204" pitchFamily="34" charset="-122"/>
                <a:ea typeface="微软雅黑" panose="020B0503020204020204" pitchFamily="34" charset="-122"/>
                <a:cs typeface="Arial" panose="020B0604020202020204"/>
                <a:sym typeface="Arial" panose="020B0604020202020204" pitchFamily="34" charset="0"/>
              </a:endParaRPr>
            </a:p>
          </p:txBody>
        </p:sp>
        <p:sp>
          <p:nvSpPr>
            <p:cNvPr id="4" name="文本框 3"/>
            <p:cNvSpPr txBox="1"/>
            <p:nvPr/>
          </p:nvSpPr>
          <p:spPr>
            <a:xfrm>
              <a:off x="865429" y="3834876"/>
              <a:ext cx="10174861" cy="738664"/>
            </a:xfrm>
            <a:prstGeom prst="rect">
              <a:avLst/>
            </a:prstGeom>
            <a:noFill/>
          </p:spPr>
          <p:txBody>
            <a:bodyPr wrap="square" rtlCol="0">
              <a:spAutoFit/>
            </a:bodyPr>
            <a:lstStyle/>
            <a:p>
              <a:r>
                <a:rPr lang="en-US" altLang="zh-CN" sz="1400" kern="1200" dirty="0">
                  <a:solidFill>
                    <a:srgbClr val="000000"/>
                  </a:solidFill>
                  <a:latin typeface="Arial" panose="020B0604020202020204" pitchFamily="34" charset="0"/>
                  <a:ea typeface="宋体" panose="02010600030101010101" pitchFamily="2" charset="-122"/>
                  <a:cs typeface="+mn-cs"/>
                  <a:sym typeface="Arial" panose="020B0604020202020204" pitchFamily="34" charset="0"/>
                </a:rPr>
                <a:t>The information contained in this document contain privileged and confidential information. Without the written permission of NINGBO TUOPU GROUP CO., LTD., any disclosure by forwarding, displaying, distribution, copying or any other methods to a third party who has no necessary access or has not promised to assume confidentiality obligations in writing is an infringement. </a:t>
              </a:r>
              <a:endParaRPr lang="zh-CN" altLang="zh-CN" sz="1400" kern="1200" dirty="0">
                <a:solidFill>
                  <a:srgbClr val="000000"/>
                </a:solidFill>
                <a:latin typeface="Arial" panose="020B0604020202020204" pitchFamily="34" charset="0"/>
                <a:ea typeface="宋体" panose="02010600030101010101" pitchFamily="2" charset="-122"/>
                <a:cs typeface="+mn-cs"/>
                <a:sym typeface="Arial" panose="020B0604020202020204" pitchFamily="34" charset="0"/>
              </a:endParaRPr>
            </a:p>
          </p:txBody>
        </p:sp>
        <p:sp>
          <p:nvSpPr>
            <p:cNvPr id="5" name="矩形: 圆角 4"/>
            <p:cNvSpPr/>
            <p:nvPr/>
          </p:nvSpPr>
          <p:spPr>
            <a:xfrm>
              <a:off x="724620" y="2908664"/>
              <a:ext cx="10315670" cy="1878996"/>
            </a:xfrm>
            <a:prstGeom prst="roundRect">
              <a:avLst>
                <a:gd name="adj" fmla="val 9596"/>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userDrawn="1"/>
        </p:nvSpPr>
        <p:spPr>
          <a:xfrm>
            <a:off x="3471405" y="1719250"/>
            <a:ext cx="5269231" cy="769441"/>
          </a:xfrm>
          <a:prstGeom prst="rect">
            <a:avLst/>
          </a:prstGeom>
          <a:noFill/>
        </p:spPr>
        <p:txBody>
          <a:bodyPr wrap="square" rtlCol="0">
            <a:spAutoFit/>
          </a:bodyPr>
          <a:lstStyle/>
          <a:p>
            <a:pPr algn="dist"/>
            <a:r>
              <a:rPr lang="en-US" altLang="zh-CN" sz="4400" b="1" dirty="0">
                <a:solidFill>
                  <a:srgbClr val="0070C0"/>
                </a:solidFill>
                <a:ea typeface="微软雅黑 Light" panose="020B0502040204020203" pitchFamily="34" charset="-122"/>
                <a:cs typeface="Arial" panose="020B0604020202020204" pitchFamily="34" charset="0"/>
              </a:rPr>
              <a:t>Thank You! </a:t>
            </a:r>
            <a:r>
              <a:rPr lang="zh-CN" altLang="en-US" sz="4400" dirty="0">
                <a:solidFill>
                  <a:srgbClr val="0070C0"/>
                </a:solidFill>
                <a:latin typeface="微软雅黑" panose="020B0503020204020204" pitchFamily="34" charset="-122"/>
                <a:ea typeface="微软雅黑" panose="020B0503020204020204" pitchFamily="34" charset="-122"/>
              </a:rPr>
              <a:t>谢谢</a:t>
            </a:r>
            <a:r>
              <a:rPr lang="en-US" altLang="zh-CN" sz="4400" dirty="0">
                <a:solidFill>
                  <a:srgbClr val="0070C0"/>
                </a:solidFill>
                <a:latin typeface="微软雅黑" panose="020B0503020204020204" pitchFamily="34" charset="-122"/>
                <a:ea typeface="微软雅黑" panose="020B0503020204020204" pitchFamily="34" charset="-122"/>
              </a:rPr>
              <a:t>!</a:t>
            </a:r>
            <a:endParaRPr lang="zh-CN" altLang="en-US" sz="4400" dirty="0">
              <a:solidFill>
                <a:srgbClr val="0070C0"/>
              </a:solidFill>
              <a:latin typeface="微软雅黑" panose="020B0503020204020204" pitchFamily="34" charset="-122"/>
              <a:ea typeface="微软雅黑" panose="020B0503020204020204" pitchFamily="34" charset="-122"/>
              <a:cs typeface="+mj-cs"/>
            </a:endParaRPr>
          </a:p>
        </p:txBody>
      </p:sp>
    </p:spTree>
  </p:cSld>
  <p:clrMapOvr>
    <a:masterClrMapping/>
  </p:clrMapOvr>
  <p:transition/>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灰底2">
    <p:spTree>
      <p:nvGrpSpPr>
        <p:cNvPr id="1" name=""/>
        <p:cNvGrpSpPr/>
        <p:nvPr/>
      </p:nvGrpSpPr>
      <p:grpSpPr>
        <a:xfrm>
          <a:off x="0" y="0"/>
          <a:ext cx="0" cy="0"/>
          <a:chOff x="0" y="0"/>
          <a:chExt cx="0" cy="0"/>
        </a:xfrm>
      </p:grpSpPr>
      <p:sp>
        <p:nvSpPr>
          <p:cNvPr id="2" name="Shape 327"/>
          <p:cNvSpPr>
            <a:spLocks noChangeArrowheads="1"/>
          </p:cNvSpPr>
          <p:nvPr userDrawn="1"/>
        </p:nvSpPr>
        <p:spPr bwMode="auto">
          <a:xfrm>
            <a:off x="-3175" y="901715"/>
            <a:ext cx="12195175" cy="5956285"/>
          </a:xfrm>
          <a:prstGeom prst="rect">
            <a:avLst/>
          </a:prstGeom>
          <a:solidFill>
            <a:srgbClr val="F2F2F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45725" tIns="22856" rIns="45725" bIns="22856" anchor="ctr"/>
          <a:lstStyle>
            <a:lvl1pPr>
              <a:defRPr sz="700">
                <a:solidFill>
                  <a:srgbClr val="000000"/>
                </a:solidFill>
                <a:latin typeface="Arial" panose="020B0604020202020204" pitchFamily="34" charset="0"/>
                <a:ea typeface="宋体" panose="02010600030101010101" pitchFamily="2" charset="-122"/>
                <a:sym typeface="Arial" panose="020B0604020202020204" pitchFamily="34" charset="0"/>
              </a:defRPr>
            </a:lvl1pPr>
            <a:lvl2pPr marL="742950" indent="-285750">
              <a:defRPr sz="700">
                <a:solidFill>
                  <a:srgbClr val="000000"/>
                </a:solidFill>
                <a:latin typeface="Arial" panose="020B0604020202020204" pitchFamily="34" charset="0"/>
                <a:ea typeface="宋体" panose="02010600030101010101" pitchFamily="2" charset="-122"/>
                <a:sym typeface="Arial" panose="020B0604020202020204" pitchFamily="34" charset="0"/>
              </a:defRPr>
            </a:lvl2pPr>
            <a:lvl3pPr marL="11430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3pPr>
            <a:lvl4pPr marL="16002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4pPr>
            <a:lvl5pPr marL="2057400" indent="-228600">
              <a:defRPr sz="700">
                <a:solidFill>
                  <a:srgbClr val="000000"/>
                </a:solidFill>
                <a:latin typeface="Arial" panose="020B0604020202020204" pitchFamily="34" charset="0"/>
                <a:ea typeface="宋体" panose="02010600030101010101" pitchFamily="2" charset="-122"/>
                <a:sym typeface="Arial" panose="020B0604020202020204" pitchFamily="34" charset="0"/>
              </a:defRPr>
            </a:lvl5pPr>
            <a:lvl6pPr marL="25146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6pPr>
            <a:lvl7pPr marL="29718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7pPr>
            <a:lvl8pPr marL="34290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8pPr>
            <a:lvl9pPr marL="3886200" indent="-228600" eaLnBrk="0" fontAlgn="base" hangingPunct="0">
              <a:spcBef>
                <a:spcPct val="0"/>
              </a:spcBef>
              <a:spcAft>
                <a:spcPct val="0"/>
              </a:spcAft>
              <a:defRPr sz="700">
                <a:solidFill>
                  <a:srgbClr val="000000"/>
                </a:solidFill>
                <a:latin typeface="Arial" panose="020B0604020202020204" pitchFamily="34" charset="0"/>
                <a:ea typeface="宋体" panose="02010600030101010101" pitchFamily="2" charset="-122"/>
                <a:sym typeface="Arial" panose="020B0604020202020204" pitchFamily="34" charset="0"/>
              </a:defRPr>
            </a:lvl9pPr>
          </a:lstStyle>
          <a:p>
            <a:pPr algn="ctr" eaLnBrk="1" hangingPunct="1"/>
            <a:endParaRPr lang="zh-CN" altLang="zh-CN" sz="2700">
              <a:solidFill>
                <a:srgbClr val="FFFFFF"/>
              </a:solidFill>
              <a:latin typeface="微软雅黑" panose="020B0503020204020204" pitchFamily="34" charset="-122"/>
              <a:ea typeface="微软雅黑" panose="020B0503020204020204" pitchFamily="34" charset="-122"/>
              <a:sym typeface="Montserrat" panose="02010600030101010101" charset="-122"/>
            </a:endParaRPr>
          </a:p>
        </p:txBody>
      </p:sp>
      <p:sp>
        <p:nvSpPr>
          <p:cNvPr id="4" name="Date Placeholder 3"/>
          <p:cNvSpPr>
            <a:spLocks noGrp="1"/>
          </p:cNvSpPr>
          <p:nvPr>
            <p:ph type="dt" sz="half" idx="10"/>
          </p:nvPr>
        </p:nvSpPr>
        <p:spPr>
          <a:xfrm>
            <a:off x="838200" y="6356350"/>
            <a:ext cx="2743200" cy="365125"/>
          </a:xfrm>
        </p:spPr>
        <p:txBody>
          <a:bodyPr/>
          <a:lstStyle>
            <a:lvl1pPr>
              <a:defRPr>
                <a:latin typeface="+mn-ea"/>
                <a:ea typeface="+mn-ea"/>
              </a:defRPr>
            </a:lvl1pPr>
          </a:lstStyle>
          <a:p>
            <a:pPr>
              <a:defRPr/>
            </a:pPr>
            <a:fld id="{045A3C54-1C0C-46EF-92A3-AC4C47C373C6}" type="datetimeFigureOut">
              <a:rPr lang="en-US" smtClean="0"/>
              <a:t>9/2/2026</a:t>
            </a:fld>
            <a:endParaRPr lang="en-US"/>
          </a:p>
        </p:txBody>
      </p:sp>
      <p:sp>
        <p:nvSpPr>
          <p:cNvPr id="5" name="Footer Placeholder 4"/>
          <p:cNvSpPr>
            <a:spLocks noGrp="1"/>
          </p:cNvSpPr>
          <p:nvPr>
            <p:ph type="ftr" sz="quarter" idx="11"/>
          </p:nvPr>
        </p:nvSpPr>
        <p:spPr>
          <a:xfrm>
            <a:off x="4038600" y="6356350"/>
            <a:ext cx="4114800" cy="365125"/>
          </a:xfrm>
        </p:spPr>
        <p:txBody>
          <a:bodyPr/>
          <a:lstStyle>
            <a:lvl1pPr>
              <a:defRPr>
                <a:latin typeface="+mn-ea"/>
                <a:ea typeface="+mn-ea"/>
              </a:defRPr>
            </a:lvl1pPr>
          </a:lstStyle>
          <a:p>
            <a:pPr>
              <a:defRPr/>
            </a:pPr>
            <a:endParaRPr lang="en-US"/>
          </a:p>
        </p:txBody>
      </p:sp>
      <p:sp>
        <p:nvSpPr>
          <p:cNvPr id="9" name="Title Placeholder 1"/>
          <p:cNvSpPr>
            <a:spLocks noGrp="1"/>
          </p:cNvSpPr>
          <p:nvPr>
            <p:ph type="title"/>
          </p:nvPr>
        </p:nvSpPr>
        <p:spPr bwMode="auto">
          <a:xfrm>
            <a:off x="277585" y="198906"/>
            <a:ext cx="6607629" cy="702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lvl1pPr algn="l">
              <a:defRPr sz="3200" b="1">
                <a:solidFill>
                  <a:srgbClr val="0070C0"/>
                </a:solidFill>
                <a:latin typeface="微软雅黑 Light" panose="020B0502040204020203" pitchFamily="34" charset="-122"/>
                <a:ea typeface="微软雅黑 Light" panose="020B0502040204020203" pitchFamily="34" charset="-122"/>
              </a:defRPr>
            </a:lvl1pPr>
          </a:lstStyle>
          <a:p>
            <a:pPr lvl="0"/>
            <a:r>
              <a:rPr lang="zh-CN" altLang="en-US" dirty="0"/>
              <a:t>单击此处编辑母版标题样式</a:t>
            </a:r>
            <a:endParaRPr lang="en-US" altLang="zh-CN" dirty="0"/>
          </a:p>
        </p:txBody>
      </p:sp>
      <p:sp>
        <p:nvSpPr>
          <p:cNvPr id="8" name="Shape 12"/>
          <p:cNvSpPr txBox="1"/>
          <p:nvPr userDrawn="1"/>
        </p:nvSpPr>
        <p:spPr>
          <a:xfrm>
            <a:off x="11059063" y="6416675"/>
            <a:ext cx="780511" cy="230188"/>
          </a:xfrm>
          <a:prstGeom prst="rect">
            <a:avLst/>
          </a:prstGeom>
          <a:noFill/>
          <a:ln>
            <a:noFill/>
          </a:ln>
        </p:spPr>
        <p:txBody>
          <a:bodyPr lIns="91437" tIns="45712" rIns="91437" bIns="45712"/>
          <a:lstStyle/>
          <a:p>
            <a:pPr algn="ctr" eaLnBrk="1" fontAlgn="auto" hangingPunct="1">
              <a:spcBef>
                <a:spcPts val="0"/>
              </a:spcBef>
              <a:buSzPct val="25000"/>
              <a:defRPr/>
            </a:pPr>
            <a:r>
              <a:rPr lang="en-US" altLang="zh-CN" sz="900" noProof="1">
                <a:solidFill>
                  <a:schemeClr val="bg2">
                    <a:lumMod val="75000"/>
                  </a:schemeClr>
                </a:solidFill>
                <a:latin typeface="+mn-ea"/>
                <a:ea typeface="+mn-ea"/>
                <a:cs typeface="Arial" panose="020B0604020202020204"/>
              </a:rPr>
              <a:t>-</a:t>
            </a:r>
            <a:r>
              <a:rPr lang="zh-CN" altLang="en-US" sz="900" noProof="1">
                <a:solidFill>
                  <a:schemeClr val="bg2">
                    <a:lumMod val="75000"/>
                  </a:schemeClr>
                </a:solidFill>
                <a:latin typeface="+mn-ea"/>
                <a:ea typeface="+mn-ea"/>
                <a:cs typeface="Arial" panose="020B0604020202020204"/>
              </a:rPr>
              <a:t>机密</a:t>
            </a:r>
            <a:r>
              <a:rPr lang="en-US" altLang="zh-CN" sz="900" noProof="1">
                <a:solidFill>
                  <a:schemeClr val="bg2">
                    <a:lumMod val="75000"/>
                  </a:schemeClr>
                </a:solidFill>
                <a:latin typeface="+mn-ea"/>
                <a:ea typeface="+mn-ea"/>
                <a:cs typeface="Arial" panose="020B0604020202020204"/>
              </a:rPr>
              <a:t>-</a:t>
            </a:r>
            <a:fld id="{AF1B3421-6687-4557-9850-46E6B85FC5CE}" type="slidenum">
              <a:rPr lang="en-US" altLang="zh-CN" sz="900" noProof="1" smtClean="0">
                <a:solidFill>
                  <a:schemeClr val="bg2">
                    <a:lumMod val="75000"/>
                  </a:schemeClr>
                </a:solidFill>
                <a:latin typeface="+mn-ea"/>
                <a:ea typeface="+mn-ea"/>
                <a:cs typeface="Arial" panose="020B0604020202020204"/>
              </a:rPr>
              <a:t>‹#›</a:t>
            </a:fld>
            <a:r>
              <a:rPr lang="en-US" sz="900" noProof="1">
                <a:ln w="0"/>
                <a:solidFill>
                  <a:schemeClr val="bg2">
                    <a:lumMod val="75000"/>
                  </a:schemeClr>
                </a:solidFill>
                <a:effectLst>
                  <a:outerShdw blurRad="38100" dist="25400" dir="5400000" algn="ctr" rotWithShape="0">
                    <a:srgbClr val="6E747A">
                      <a:alpha val="43000"/>
                    </a:srgbClr>
                  </a:outerShdw>
                </a:effectLst>
                <a:latin typeface="+mn-ea"/>
                <a:ea typeface="+mn-ea"/>
                <a:cs typeface="Montserrat"/>
                <a:sym typeface="Montserrat"/>
              </a:rPr>
              <a:t>  </a:t>
            </a:r>
          </a:p>
        </p:txBody>
      </p:sp>
    </p:spTree>
  </p:cSld>
  <p:clrMapOvr>
    <a:masterClrMapping/>
  </p:clrMapOvr>
  <p:transition/>
  <p:hf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图片 2" descr="InsertPic_86D9(07-31-15-29-36)"/>
          <p:cNvPicPr>
            <a:picLocks noChangeAspect="1"/>
          </p:cNvPicPr>
          <p:nvPr userDrawn="1"/>
        </p:nvPicPr>
        <p:blipFill>
          <a:blip r:embed="rId14">
            <a:clrChange>
              <a:clrFrom>
                <a:srgbClr val="FFFFFF">
                  <a:alpha val="100000"/>
                </a:srgbClr>
              </a:clrFrom>
              <a:clrTo>
                <a:srgbClr val="FFFFFF">
                  <a:alpha val="100000"/>
                  <a:alpha val="0"/>
                </a:srgbClr>
              </a:clrTo>
            </a:clrChange>
          </a:blip>
          <a:stretch>
            <a:fillRect/>
          </a:stretch>
        </p:blipFill>
        <p:spPr>
          <a:xfrm>
            <a:off x="9709785" y="64135"/>
            <a:ext cx="2323465" cy="33083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ags" Target="../tags/tag4.xml"/><Relationship Id="rId3" Type="http://schemas.openxmlformats.org/officeDocument/2006/relationships/tags" Target="../tags/tag3.xml"/><Relationship Id="rId4" Type="http://schemas.openxmlformats.org/officeDocument/2006/relationships/tags" Target="../tags/tag2.xml"/><Relationship Id="rId5" Type="http://schemas.openxmlformats.org/officeDocument/2006/relationships/image" Target="../media/image1.png"/><Relationship Id="rId6" Type="http://schemas.openxmlformats.org/officeDocument/2006/relationships/image" Target="../media/image3.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ags" Target="../tags/tag16.xml"/><Relationship Id="rId3" Type="http://schemas.openxmlformats.org/officeDocument/2006/relationships/oleObject" Target="../embeddings/oleObject1.bin"/><Relationship Id="rId4" Type="http://schemas.openxmlformats.org/officeDocument/2006/relationships/image" Target="../media/image6.wmf"/><Relationship Id="rId5" Type="http://schemas.openxmlformats.org/officeDocument/2006/relationships/tags" Target="../tags/tag11.xml"/><Relationship Id="rId6" Type="http://schemas.openxmlformats.org/officeDocument/2006/relationships/oleObject" Target="../embeddings/oleObject5.bin"/><Relationship Id="rId7" Type="http://schemas.openxmlformats.org/officeDocument/2006/relationships/tags" Target="../tags/tag15.xml"/><Relationship Id="rId8" Type="http://schemas.openxmlformats.org/officeDocument/2006/relationships/oleObject" Target="../embeddings/oleObject3.bin"/><Relationship Id="rId9" Type="http://schemas.openxmlformats.org/officeDocument/2006/relationships/tags" Target="../tags/tag10.xml"/><Relationship Id="rId10" Type="http://schemas.openxmlformats.org/officeDocument/2006/relationships/image" Target="../media/image5.wmf"/><Relationship Id="rId11" Type="http://schemas.openxmlformats.org/officeDocument/2006/relationships/image" Target="../media/image7.wmf"/><Relationship Id="rId12" Type="http://schemas.openxmlformats.org/officeDocument/2006/relationships/tags" Target="../tags/tag9.xml"/><Relationship Id="rId13" Type="http://schemas.openxmlformats.org/officeDocument/2006/relationships/tags" Target="../tags/tag14.xml"/><Relationship Id="rId14" Type="http://schemas.openxmlformats.org/officeDocument/2006/relationships/image" Target="../media/image9.wmf"/><Relationship Id="rId15" Type="http://schemas.openxmlformats.org/officeDocument/2006/relationships/tags" Target="../tags/tag13.xml"/><Relationship Id="rId16" Type="http://schemas.openxmlformats.org/officeDocument/2006/relationships/oleObject" Target="../embeddings/oleObject2.bin"/><Relationship Id="rId17" Type="http://schemas.openxmlformats.org/officeDocument/2006/relationships/oleObject" Target="../embeddings/oleObject6.bin"/><Relationship Id="rId18" Type="http://schemas.openxmlformats.org/officeDocument/2006/relationships/tags" Target="../tags/tag18.xml"/><Relationship Id="rId19" Type="http://schemas.openxmlformats.org/officeDocument/2006/relationships/oleObject" Target="../embeddings/oleObject4.bin"/><Relationship Id="rId20" Type="http://schemas.openxmlformats.org/officeDocument/2006/relationships/tags" Target="../tags/tag12.xml"/><Relationship Id="rId21" Type="http://schemas.openxmlformats.org/officeDocument/2006/relationships/tags" Target="../tags/tag17.xml"/><Relationship Id="rId22" Type="http://schemas.openxmlformats.org/officeDocument/2006/relationships/image" Target="../media/image4.wmf"/><Relationship Id="rId23" Type="http://schemas.openxmlformats.org/officeDocument/2006/relationships/image" Target="../media/image8.wmf"/></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ags" Target="../tags/tag439.xml"/><Relationship Id="rId3" Type="http://schemas.openxmlformats.org/officeDocument/2006/relationships/tags" Target="../tags/tag444.xml"/><Relationship Id="rId4" Type="http://schemas.openxmlformats.org/officeDocument/2006/relationships/tags" Target="../tags/tag452.xml"/><Relationship Id="rId5" Type="http://schemas.openxmlformats.org/officeDocument/2006/relationships/tags" Target="../tags/tag447.xml"/><Relationship Id="rId6" Type="http://schemas.openxmlformats.org/officeDocument/2006/relationships/tags" Target="../tags/tag460.xml"/><Relationship Id="rId7" Type="http://schemas.openxmlformats.org/officeDocument/2006/relationships/image" Target="../media/image183.png"/><Relationship Id="rId8" Type="http://schemas.openxmlformats.org/officeDocument/2006/relationships/tags" Target="../tags/tag433.xml"/><Relationship Id="rId9" Type="http://schemas.openxmlformats.org/officeDocument/2006/relationships/tags" Target="../tags/tag428.xml"/><Relationship Id="rId10" Type="http://schemas.openxmlformats.org/officeDocument/2006/relationships/tags" Target="../tags/tag442.xml"/><Relationship Id="rId11" Type="http://schemas.openxmlformats.org/officeDocument/2006/relationships/tags" Target="../tags/tag446.xml"/><Relationship Id="rId12" Type="http://schemas.openxmlformats.org/officeDocument/2006/relationships/tags" Target="../tags/tag455.xml"/><Relationship Id="rId13" Type="http://schemas.openxmlformats.org/officeDocument/2006/relationships/image" Target="../media/image182.png"/><Relationship Id="rId14" Type="http://schemas.openxmlformats.org/officeDocument/2006/relationships/tags" Target="../tags/tag427.xml"/><Relationship Id="rId15" Type="http://schemas.openxmlformats.org/officeDocument/2006/relationships/tags" Target="../tags/tag432.xml"/><Relationship Id="rId16" Type="http://schemas.openxmlformats.org/officeDocument/2006/relationships/tags" Target="../tags/tag437.xml"/><Relationship Id="rId17" Type="http://schemas.openxmlformats.org/officeDocument/2006/relationships/tags" Target="../tags/tag450.xml"/><Relationship Id="rId18" Type="http://schemas.openxmlformats.org/officeDocument/2006/relationships/tags" Target="../tags/tag458.xml"/><Relationship Id="rId19" Type="http://schemas.openxmlformats.org/officeDocument/2006/relationships/tags" Target="../tags/tag463.xml"/><Relationship Id="rId20" Type="http://schemas.openxmlformats.org/officeDocument/2006/relationships/image" Target="../media/image181.png"/><Relationship Id="rId21" Type="http://schemas.openxmlformats.org/officeDocument/2006/relationships/tags" Target="../tags/tag431.xml"/><Relationship Id="rId22" Type="http://schemas.openxmlformats.org/officeDocument/2006/relationships/tags" Target="../tags/tag441.xml"/><Relationship Id="rId23" Type="http://schemas.openxmlformats.org/officeDocument/2006/relationships/tags" Target="../tags/tag449.xml"/><Relationship Id="rId24" Type="http://schemas.openxmlformats.org/officeDocument/2006/relationships/tags" Target="../tags/tag454.xml"/><Relationship Id="rId25" Type="http://schemas.openxmlformats.org/officeDocument/2006/relationships/tags" Target="../tags/tag462.xml"/><Relationship Id="rId26" Type="http://schemas.openxmlformats.org/officeDocument/2006/relationships/tags" Target="../tags/tag436.xml"/><Relationship Id="rId27" Type="http://schemas.openxmlformats.org/officeDocument/2006/relationships/tags" Target="../tags/tag445.xml"/><Relationship Id="rId28" Type="http://schemas.openxmlformats.org/officeDocument/2006/relationships/tags" Target="../tags/tag457.xml"/><Relationship Id="rId29" Type="http://schemas.openxmlformats.org/officeDocument/2006/relationships/image" Target="../media/image185.png"/><Relationship Id="rId30" Type="http://schemas.openxmlformats.org/officeDocument/2006/relationships/tags" Target="../tags/tag430.xml"/><Relationship Id="rId31" Type="http://schemas.openxmlformats.org/officeDocument/2006/relationships/tags" Target="../tags/tag435.xml"/><Relationship Id="rId32" Type="http://schemas.openxmlformats.org/officeDocument/2006/relationships/tags" Target="../tags/tag440.xml"/><Relationship Id="rId33" Type="http://schemas.openxmlformats.org/officeDocument/2006/relationships/tags" Target="../tags/tag448.xml"/><Relationship Id="rId34" Type="http://schemas.openxmlformats.org/officeDocument/2006/relationships/tags" Target="../tags/tag453.xml"/><Relationship Id="rId35" Type="http://schemas.openxmlformats.org/officeDocument/2006/relationships/tags" Target="../tags/tag456.xml"/><Relationship Id="rId36" Type="http://schemas.openxmlformats.org/officeDocument/2006/relationships/tags" Target="../tags/tag461.xml"/><Relationship Id="rId37" Type="http://schemas.openxmlformats.org/officeDocument/2006/relationships/image" Target="../media/image184.png"/><Relationship Id="rId38" Type="http://schemas.openxmlformats.org/officeDocument/2006/relationships/tags" Target="../tags/tag434.xml"/><Relationship Id="rId39" Type="http://schemas.openxmlformats.org/officeDocument/2006/relationships/tags" Target="../tags/tag429.xml"/><Relationship Id="rId40" Type="http://schemas.openxmlformats.org/officeDocument/2006/relationships/tags" Target="../tags/tag438.xml"/><Relationship Id="rId41" Type="http://schemas.openxmlformats.org/officeDocument/2006/relationships/tags" Target="../tags/tag443.xml"/><Relationship Id="rId42" Type="http://schemas.openxmlformats.org/officeDocument/2006/relationships/tags" Target="../tags/tag451.xml"/><Relationship Id="rId43" Type="http://schemas.openxmlformats.org/officeDocument/2006/relationships/tags" Target="../tags/tag459.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ags" Target="../tags/tag439.xml"/><Relationship Id="rId3" Type="http://schemas.openxmlformats.org/officeDocument/2006/relationships/tags" Target="../tags/tag444.xml"/><Relationship Id="rId4" Type="http://schemas.openxmlformats.org/officeDocument/2006/relationships/tags" Target="../tags/tag452.xml"/><Relationship Id="rId5" Type="http://schemas.openxmlformats.org/officeDocument/2006/relationships/tags" Target="../tags/tag447.xml"/><Relationship Id="rId6" Type="http://schemas.openxmlformats.org/officeDocument/2006/relationships/tags" Target="../tags/tag460.xml"/><Relationship Id="rId7" Type="http://schemas.openxmlformats.org/officeDocument/2006/relationships/image" Target="../media/image183.png"/><Relationship Id="rId8" Type="http://schemas.openxmlformats.org/officeDocument/2006/relationships/tags" Target="../tags/tag433.xml"/><Relationship Id="rId9" Type="http://schemas.openxmlformats.org/officeDocument/2006/relationships/tags" Target="../tags/tag428.xml"/><Relationship Id="rId10" Type="http://schemas.openxmlformats.org/officeDocument/2006/relationships/tags" Target="../tags/tag442.xml"/><Relationship Id="rId11" Type="http://schemas.openxmlformats.org/officeDocument/2006/relationships/tags" Target="../tags/tag446.xml"/><Relationship Id="rId12" Type="http://schemas.openxmlformats.org/officeDocument/2006/relationships/tags" Target="../tags/tag455.xml"/><Relationship Id="rId13" Type="http://schemas.openxmlformats.org/officeDocument/2006/relationships/image" Target="../media/image182.png"/><Relationship Id="rId14" Type="http://schemas.openxmlformats.org/officeDocument/2006/relationships/tags" Target="../tags/tag427.xml"/><Relationship Id="rId15" Type="http://schemas.openxmlformats.org/officeDocument/2006/relationships/tags" Target="../tags/tag432.xml"/><Relationship Id="rId16" Type="http://schemas.openxmlformats.org/officeDocument/2006/relationships/tags" Target="../tags/tag437.xml"/><Relationship Id="rId17" Type="http://schemas.openxmlformats.org/officeDocument/2006/relationships/tags" Target="../tags/tag450.xml"/><Relationship Id="rId18" Type="http://schemas.openxmlformats.org/officeDocument/2006/relationships/tags" Target="../tags/tag458.xml"/><Relationship Id="rId19" Type="http://schemas.openxmlformats.org/officeDocument/2006/relationships/tags" Target="../tags/tag463.xml"/><Relationship Id="rId20" Type="http://schemas.openxmlformats.org/officeDocument/2006/relationships/image" Target="../media/image181.png"/><Relationship Id="rId21" Type="http://schemas.openxmlformats.org/officeDocument/2006/relationships/tags" Target="../tags/tag431.xml"/><Relationship Id="rId22" Type="http://schemas.openxmlformats.org/officeDocument/2006/relationships/tags" Target="../tags/tag441.xml"/><Relationship Id="rId23" Type="http://schemas.openxmlformats.org/officeDocument/2006/relationships/tags" Target="../tags/tag449.xml"/><Relationship Id="rId24" Type="http://schemas.openxmlformats.org/officeDocument/2006/relationships/tags" Target="../tags/tag454.xml"/><Relationship Id="rId25" Type="http://schemas.openxmlformats.org/officeDocument/2006/relationships/tags" Target="../tags/tag462.xml"/><Relationship Id="rId26" Type="http://schemas.openxmlformats.org/officeDocument/2006/relationships/tags" Target="../tags/tag436.xml"/><Relationship Id="rId27" Type="http://schemas.openxmlformats.org/officeDocument/2006/relationships/tags" Target="../tags/tag445.xml"/><Relationship Id="rId28" Type="http://schemas.openxmlformats.org/officeDocument/2006/relationships/tags" Target="../tags/tag457.xml"/><Relationship Id="rId29" Type="http://schemas.openxmlformats.org/officeDocument/2006/relationships/image" Target="../media/image185.png"/><Relationship Id="rId30" Type="http://schemas.openxmlformats.org/officeDocument/2006/relationships/tags" Target="../tags/tag430.xml"/><Relationship Id="rId31" Type="http://schemas.openxmlformats.org/officeDocument/2006/relationships/tags" Target="../tags/tag435.xml"/><Relationship Id="rId32" Type="http://schemas.openxmlformats.org/officeDocument/2006/relationships/tags" Target="../tags/tag440.xml"/><Relationship Id="rId33" Type="http://schemas.openxmlformats.org/officeDocument/2006/relationships/tags" Target="../tags/tag448.xml"/><Relationship Id="rId34" Type="http://schemas.openxmlformats.org/officeDocument/2006/relationships/tags" Target="../tags/tag453.xml"/><Relationship Id="rId35" Type="http://schemas.openxmlformats.org/officeDocument/2006/relationships/tags" Target="../tags/tag456.xml"/><Relationship Id="rId36" Type="http://schemas.openxmlformats.org/officeDocument/2006/relationships/tags" Target="../tags/tag461.xml"/><Relationship Id="rId37" Type="http://schemas.openxmlformats.org/officeDocument/2006/relationships/image" Target="../media/image184.png"/><Relationship Id="rId38" Type="http://schemas.openxmlformats.org/officeDocument/2006/relationships/tags" Target="../tags/tag434.xml"/><Relationship Id="rId39" Type="http://schemas.openxmlformats.org/officeDocument/2006/relationships/tags" Target="../tags/tag429.xml"/><Relationship Id="rId40" Type="http://schemas.openxmlformats.org/officeDocument/2006/relationships/tags" Target="../tags/tag438.xml"/><Relationship Id="rId41" Type="http://schemas.openxmlformats.org/officeDocument/2006/relationships/tags" Target="../tags/tag443.xml"/><Relationship Id="rId42" Type="http://schemas.openxmlformats.org/officeDocument/2006/relationships/tags" Target="../tags/tag451.xml"/><Relationship Id="rId43" Type="http://schemas.openxmlformats.org/officeDocument/2006/relationships/tags" Target="../tags/tag45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9218" name="PA_形状 25"/>
          <p:cNvPicPr preferRelativeResize="0">
            <a:picLocks noChangeAspect="1" noChangeArrowheads="1"/>
          </p:cNvPicPr>
          <p:nvPr>
            <p:custDataLst>
              <p:tags r:id="rId4"/>
            </p:custDataLst>
          </p:nvPr>
        </p:nvPicPr>
        <p:blipFill>
          <a:blip r:embed="rId6">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descr="InsertPic_86D9(07-31-15-29-36)"/>
          <p:cNvPicPr>
            <a:picLocks noChangeAspect="1"/>
          </p:cNvPicPr>
          <p:nvPr/>
        </p:nvPicPr>
        <p:blipFill>
          <a:blip r:embed="rId5">
            <a:clrChange>
              <a:clrFrom>
                <a:srgbClr val="FFFFFF">
                  <a:alpha val="100000"/>
                </a:srgbClr>
              </a:clrFrom>
              <a:clrTo>
                <a:srgbClr val="FFFFFF">
                  <a:alpha val="100000"/>
                  <a:alpha val="0"/>
                </a:srgbClr>
              </a:clrTo>
            </a:clrChange>
          </a:blip>
          <a:stretch>
            <a:fillRect/>
          </a:stretch>
        </p:blipFill>
        <p:spPr>
          <a:xfrm>
            <a:off x="4032250" y="650875"/>
            <a:ext cx="4606290" cy="655320"/>
          </a:xfrm>
          <a:prstGeom prst="rect">
            <a:avLst/>
          </a:prstGeom>
        </p:spPr>
      </p:pic>
      <p:sp>
        <p:nvSpPr>
          <p:cNvPr id="9219" name="TEMPLATE_KEY__COVER"/>
          <p:cNvSpPr txBox="1"/>
          <p:nvPr/>
        </p:nvSpPr>
        <p:spPr>
          <a:xfrm>
            <a:off x="0" y="0"/>
            <a:ext cx="45720" cy="45720"/>
          </a:xfrm>
          <a:prstGeom prst="rect">
            <a:avLst/>
          </a:prstGeom>
          <a:noFill/>
          <a:ln>
            <a:noFill/>
          </a:ln>
        </p:spPr>
        <p:txBody>
          <a:bodyPr wrap="square" anchor="ctr" lIns="76200" rIns="76200" tIns="25400" bIns="25400">
            <a:spAutoFit/>
          </a:bodyPr>
          <a:lstStyle/>
          <a:p>
            <a:pPr algn="l"/>
            <a:r>
              <a:rPr sz="1200" b="0">
                <a:solidFill>
                  <a:srgbClr val="002B67"/>
                </a:solidFill>
                <a:latin typeface="微软雅黑"/>
              </a:rPr>
              <a:t/>
            </a:r>
          </a:p>
        </p:txBody>
      </p:sp>
      <p:sp>
        <p:nvSpPr>
          <p:cNvPr id="9220" name="DFM_TITLE"/>
          <p:cNvSpPr txBox="1"/>
          <p:nvPr/>
        </p:nvSpPr>
        <p:spPr>
          <a:xfrm>
            <a:off x="3657600" y="2331720"/>
            <a:ext cx="4892040" cy="640080"/>
          </a:xfrm>
          <a:prstGeom prst="rect">
            <a:avLst/>
          </a:prstGeom>
          <a:noFill/>
          <a:ln>
            <a:noFill/>
          </a:ln>
        </p:spPr>
        <p:txBody>
          <a:bodyPr wrap="square" anchor="ctr" lIns="76200" rIns="76200" tIns="25400" bIns="25400">
            <a:spAutoFit/>
          </a:bodyPr>
          <a:lstStyle/>
          <a:p>
            <a:pPr algn="ctr"/>
            <a:r>
              <a:rPr sz="3200" b="1">
                <a:solidFill>
                  <a:srgbClr val="002B67"/>
                </a:solidFill>
                <a:latin typeface="微软雅黑"/>
              </a:rPr>
              <a:t>PART-NO</a:t>
            </a:r>
          </a:p>
        </p:txBody>
      </p:sp>
      <p:sp>
        <p:nvSpPr>
          <p:cNvPr id="9221" name="STATIC_DFM"/>
          <p:cNvSpPr txBox="1"/>
          <p:nvPr/>
        </p:nvSpPr>
        <p:spPr>
          <a:xfrm>
            <a:off x="3657600" y="2926080"/>
            <a:ext cx="4892040" cy="502920"/>
          </a:xfrm>
          <a:prstGeom prst="rect">
            <a:avLst/>
          </a:prstGeom>
          <a:noFill/>
          <a:ln>
            <a:noFill/>
          </a:ln>
        </p:spPr>
        <p:txBody>
          <a:bodyPr wrap="square" anchor="ctr" lIns="76200" rIns="76200" tIns="25400" bIns="25400">
            <a:spAutoFit/>
          </a:bodyPr>
          <a:lstStyle/>
          <a:p>
            <a:pPr algn="ctr"/>
            <a:r>
              <a:rPr sz="2800" b="1">
                <a:solidFill>
                  <a:srgbClr val="002B67"/>
                </a:solidFill>
                <a:latin typeface="微软雅黑"/>
              </a:rPr>
              <a:t>DFM</a:t>
            </a:r>
          </a:p>
        </p:txBody>
      </p:sp>
      <p:sp>
        <p:nvSpPr>
          <p:cNvPr id="9222" name="PROJECT_NAME"/>
          <p:cNvSpPr txBox="1"/>
          <p:nvPr/>
        </p:nvSpPr>
        <p:spPr>
          <a:xfrm>
            <a:off x="3337560" y="3584448"/>
            <a:ext cx="5532120" cy="365760"/>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项目名称</a:t>
            </a:r>
          </a:p>
        </p:txBody>
      </p:sp>
      <p:sp>
        <p:nvSpPr>
          <p:cNvPr id="9223" name="PART_NAME"/>
          <p:cNvSpPr txBox="1"/>
          <p:nvPr/>
        </p:nvSpPr>
        <p:spPr>
          <a:xfrm>
            <a:off x="3337560" y="3950208"/>
            <a:ext cx="5532120" cy="329184"/>
          </a:xfrm>
          <a:prstGeom prst="rect">
            <a:avLst/>
          </a:prstGeom>
          <a:noFill/>
          <a:ln>
            <a:noFill/>
          </a:ln>
        </p:spPr>
        <p:txBody>
          <a:bodyPr wrap="square" anchor="ctr" lIns="76200" rIns="76200" tIns="25400" bIns="25400">
            <a:spAutoFit/>
          </a:bodyPr>
          <a:lstStyle/>
          <a:p>
            <a:pPr algn="ctr"/>
            <a:r>
              <a:rPr sz="1400" b="0">
                <a:solidFill>
                  <a:srgbClr val="002B67"/>
                </a:solidFill>
                <a:latin typeface="微软雅黑"/>
              </a:rPr>
              <a:t>零件名称</a:t>
            </a:r>
          </a:p>
        </p:txBody>
      </p:sp>
      <p:sp>
        <p:nvSpPr>
          <p:cNvPr id="9224" name="PART_NUMBER"/>
          <p:cNvSpPr txBox="1"/>
          <p:nvPr/>
        </p:nvSpPr>
        <p:spPr>
          <a:xfrm>
            <a:off x="3337560" y="4279392"/>
            <a:ext cx="5532120" cy="310896"/>
          </a:xfrm>
          <a:prstGeom prst="rect">
            <a:avLst/>
          </a:prstGeom>
          <a:noFill/>
          <a:ln>
            <a:noFill/>
          </a:ln>
        </p:spPr>
        <p:txBody>
          <a:bodyPr wrap="square" anchor="ctr" lIns="76200" rIns="76200" tIns="25400" bIns="25400">
            <a:spAutoFit/>
          </a:bodyPr>
          <a:lstStyle/>
          <a:p>
            <a:pPr algn="ctr"/>
            <a:r>
              <a:rPr sz="1200" b="0">
                <a:solidFill>
                  <a:srgbClr val="002B67"/>
                </a:solidFill>
                <a:latin typeface="微软雅黑"/>
              </a:rPr>
              <a:t>零件号</a:t>
            </a:r>
          </a:p>
        </p:txBody>
      </p:sp>
      <p:sp>
        <p:nvSpPr>
          <p:cNvPr id="9225" name="REPORT_DATE"/>
          <p:cNvSpPr txBox="1"/>
          <p:nvPr/>
        </p:nvSpPr>
        <p:spPr>
          <a:xfrm>
            <a:off x="4617720" y="5230368"/>
            <a:ext cx="2971800" cy="457200"/>
          </a:xfrm>
          <a:prstGeom prst="rect">
            <a:avLst/>
          </a:prstGeom>
          <a:noFill/>
          <a:ln>
            <a:noFill/>
          </a:ln>
        </p:spPr>
        <p:txBody>
          <a:bodyPr wrap="square" anchor="ctr" lIns="76200" rIns="76200" tIns="25400" bIns="25400">
            <a:spAutoFit/>
          </a:bodyPr>
          <a:lstStyle/>
          <a:p>
            <a:pPr algn="ctr"/>
            <a:r>
              <a:rPr sz="2000" b="1">
                <a:solidFill>
                  <a:srgbClr val="002B67"/>
                </a:solidFill>
                <a:latin typeface="微软雅黑"/>
              </a:rPr>
              <a:t>2026-01-01</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MPLATE_KEY__SUMMARY"/>
          <p:cNvSpPr txBox="1"/>
          <p:nvPr/>
        </p:nvSpPr>
        <p:spPr>
          <a:xfrm>
            <a:off x="0" y="0"/>
            <a:ext cx="45720" cy="45720"/>
          </a:xfrm>
          <a:prstGeom prst="rect">
            <a:avLst/>
          </a:prstGeom>
          <a:noFill/>
          <a:ln>
            <a:noFill/>
          </a:ln>
        </p:spPr>
        <p:txBody>
          <a:bodyPr wrap="square" anchor="ctr" lIns="76200" rIns="76200" tIns="25400" bIns="25400">
            <a:spAutoFit/>
          </a:bodyPr>
          <a:lstStyle/>
          <a:p>
            <a:pPr algn="l"/>
            <a:r>
              <a:rPr sz="1200" b="0">
                <a:solidFill>
                  <a:srgbClr val="002B67"/>
                </a:solidFill>
                <a:latin typeface="微软雅黑"/>
              </a:rPr>
              <a:t/>
            </a:r>
          </a:p>
        </p:txBody>
      </p:sp>
      <p:sp>
        <p:nvSpPr>
          <p:cNvPr id="3" name="STATIC_SUMMARY_TITLE"/>
          <p:cNvSpPr txBox="1"/>
          <p:nvPr/>
        </p:nvSpPr>
        <p:spPr>
          <a:xfrm>
            <a:off x="502920" y="411480"/>
            <a:ext cx="5486400" cy="548640"/>
          </a:xfrm>
          <a:prstGeom prst="rect">
            <a:avLst/>
          </a:prstGeom>
          <a:noFill/>
          <a:ln>
            <a:noFill/>
          </a:ln>
        </p:spPr>
        <p:txBody>
          <a:bodyPr wrap="square" anchor="ctr" lIns="76200" rIns="76200" tIns="25400" bIns="25400">
            <a:spAutoFit/>
          </a:bodyPr>
          <a:lstStyle/>
          <a:p>
            <a:pPr algn="l"/>
            <a:r>
              <a:rPr sz="2600" b="1">
                <a:solidFill>
                  <a:srgbClr val="002B67"/>
                </a:solidFill>
                <a:latin typeface="微软雅黑"/>
              </a:rPr>
              <a:t>DFM 问题汇总</a:t>
            </a:r>
          </a:p>
        </p:txBody>
      </p:sp>
      <p:sp>
        <p:nvSpPr>
          <p:cNvPr id="4" name="CARD_SUMMARY_TOTAL"/>
          <p:cNvSpPr/>
          <p:nvPr/>
        </p:nvSpPr>
        <p:spPr>
          <a:xfrm>
            <a:off x="594360" y="1874519"/>
            <a:ext cx="2240280" cy="2514600"/>
          </a:xfrm>
          <a:prstGeom prst="rect">
            <a:avLst/>
          </a:prstGeom>
          <a:solidFill>
            <a:srgbClr val="E9F4FB"/>
          </a:solidFill>
          <a:ln w="15240">
            <a:solidFill>
              <a:srgbClr val="002B6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LABEL_SUMMARY_TOTAL"/>
          <p:cNvSpPr txBox="1"/>
          <p:nvPr/>
        </p:nvSpPr>
        <p:spPr>
          <a:xfrm>
            <a:off x="731520" y="2148840"/>
            <a:ext cx="1965960" cy="438912"/>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问题总数</a:t>
            </a:r>
          </a:p>
        </p:txBody>
      </p:sp>
      <p:sp>
        <p:nvSpPr>
          <p:cNvPr id="6" name="SUMMARY_TOTAL"/>
          <p:cNvSpPr txBox="1"/>
          <p:nvPr/>
        </p:nvSpPr>
        <p:spPr>
          <a:xfrm>
            <a:off x="731520" y="2788920"/>
            <a:ext cx="1965960" cy="1005840"/>
          </a:xfrm>
          <a:prstGeom prst="rect">
            <a:avLst/>
          </a:prstGeom>
          <a:noFill/>
          <a:ln>
            <a:noFill/>
          </a:ln>
        </p:spPr>
        <p:txBody>
          <a:bodyPr wrap="square" anchor="ctr" lIns="76200" rIns="76200" tIns="25400" bIns="25400">
            <a:spAutoFit/>
          </a:bodyPr>
          <a:lstStyle/>
          <a:p>
            <a:pPr algn="ctr"/>
            <a:r>
              <a:rPr sz="4200" b="1">
                <a:solidFill>
                  <a:srgbClr val="002B67"/>
                </a:solidFill>
                <a:latin typeface="微软雅黑"/>
              </a:rPr>
              <a:t>0</a:t>
            </a:r>
          </a:p>
        </p:txBody>
      </p:sp>
      <p:sp>
        <p:nvSpPr>
          <p:cNvPr id="7" name="CARD_SUMMARY_CRITICAL"/>
          <p:cNvSpPr/>
          <p:nvPr/>
        </p:nvSpPr>
        <p:spPr>
          <a:xfrm>
            <a:off x="3520440" y="1874519"/>
            <a:ext cx="2240280" cy="2514600"/>
          </a:xfrm>
          <a:prstGeom prst="rect">
            <a:avLst/>
          </a:prstGeom>
          <a:solidFill>
            <a:srgbClr val="FDE9E7"/>
          </a:solidFill>
          <a:ln w="15240">
            <a:solidFill>
              <a:srgbClr val="C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LABEL_SUMMARY_CRITICAL"/>
          <p:cNvSpPr txBox="1"/>
          <p:nvPr/>
        </p:nvSpPr>
        <p:spPr>
          <a:xfrm>
            <a:off x="3657600" y="2148840"/>
            <a:ext cx="1965960" cy="438912"/>
          </a:xfrm>
          <a:prstGeom prst="rect">
            <a:avLst/>
          </a:prstGeom>
          <a:noFill/>
          <a:ln>
            <a:noFill/>
          </a:ln>
        </p:spPr>
        <p:txBody>
          <a:bodyPr wrap="square" anchor="ctr" lIns="76200" rIns="76200" tIns="25400" bIns="25400">
            <a:spAutoFit/>
          </a:bodyPr>
          <a:lstStyle/>
          <a:p>
            <a:pPr algn="ctr"/>
            <a:r>
              <a:rPr sz="1600" b="1">
                <a:solidFill>
                  <a:srgbClr val="C00000"/>
                </a:solidFill>
                <a:latin typeface="微软雅黑"/>
              </a:rPr>
              <a:t>Critical</a:t>
            </a:r>
          </a:p>
        </p:txBody>
      </p:sp>
      <p:sp>
        <p:nvSpPr>
          <p:cNvPr id="9" name="SUMMARY_CRITICAL"/>
          <p:cNvSpPr txBox="1"/>
          <p:nvPr/>
        </p:nvSpPr>
        <p:spPr>
          <a:xfrm>
            <a:off x="3657600" y="2788920"/>
            <a:ext cx="1965960" cy="1005840"/>
          </a:xfrm>
          <a:prstGeom prst="rect">
            <a:avLst/>
          </a:prstGeom>
          <a:noFill/>
          <a:ln>
            <a:noFill/>
          </a:ln>
        </p:spPr>
        <p:txBody>
          <a:bodyPr wrap="square" anchor="ctr" lIns="76200" rIns="76200" tIns="25400" bIns="25400">
            <a:spAutoFit/>
          </a:bodyPr>
          <a:lstStyle/>
          <a:p>
            <a:pPr algn="ctr"/>
            <a:r>
              <a:rPr sz="4200" b="1">
                <a:solidFill>
                  <a:srgbClr val="C00000"/>
                </a:solidFill>
                <a:latin typeface="微软雅黑"/>
              </a:rPr>
              <a:t>0</a:t>
            </a:r>
          </a:p>
        </p:txBody>
      </p:sp>
      <p:sp>
        <p:nvSpPr>
          <p:cNvPr id="10" name="CARD_SUMMARY_MAJOR"/>
          <p:cNvSpPr/>
          <p:nvPr/>
        </p:nvSpPr>
        <p:spPr>
          <a:xfrm>
            <a:off x="6446520" y="1874519"/>
            <a:ext cx="2240280" cy="2514600"/>
          </a:xfrm>
          <a:prstGeom prst="rect">
            <a:avLst/>
          </a:prstGeom>
          <a:solidFill>
            <a:srgbClr val="FFF2CC"/>
          </a:solidFill>
          <a:ln w="15240">
            <a:solidFill>
              <a:srgbClr val="BF76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ABEL_SUMMARY_MAJOR"/>
          <p:cNvSpPr txBox="1"/>
          <p:nvPr/>
        </p:nvSpPr>
        <p:spPr>
          <a:xfrm>
            <a:off x="6583680" y="2148840"/>
            <a:ext cx="1965960" cy="438912"/>
          </a:xfrm>
          <a:prstGeom prst="rect">
            <a:avLst/>
          </a:prstGeom>
          <a:noFill/>
          <a:ln>
            <a:noFill/>
          </a:ln>
        </p:spPr>
        <p:txBody>
          <a:bodyPr wrap="square" anchor="ctr" lIns="76200" rIns="76200" tIns="25400" bIns="25400">
            <a:spAutoFit/>
          </a:bodyPr>
          <a:lstStyle/>
          <a:p>
            <a:pPr algn="ctr"/>
            <a:r>
              <a:rPr sz="1600" b="1">
                <a:solidFill>
                  <a:srgbClr val="BF7600"/>
                </a:solidFill>
                <a:latin typeface="微软雅黑"/>
              </a:rPr>
              <a:t>Major</a:t>
            </a:r>
          </a:p>
        </p:txBody>
      </p:sp>
      <p:sp>
        <p:nvSpPr>
          <p:cNvPr id="12" name="SUMMARY_MAJOR"/>
          <p:cNvSpPr txBox="1"/>
          <p:nvPr/>
        </p:nvSpPr>
        <p:spPr>
          <a:xfrm>
            <a:off x="6583680" y="2788920"/>
            <a:ext cx="1965960" cy="1005840"/>
          </a:xfrm>
          <a:prstGeom prst="rect">
            <a:avLst/>
          </a:prstGeom>
          <a:noFill/>
          <a:ln>
            <a:noFill/>
          </a:ln>
        </p:spPr>
        <p:txBody>
          <a:bodyPr wrap="square" anchor="ctr" lIns="76200" rIns="76200" tIns="25400" bIns="25400">
            <a:spAutoFit/>
          </a:bodyPr>
          <a:lstStyle/>
          <a:p>
            <a:pPr algn="ctr"/>
            <a:r>
              <a:rPr sz="4200" b="1">
                <a:solidFill>
                  <a:srgbClr val="BF7600"/>
                </a:solidFill>
                <a:latin typeface="微软雅黑"/>
              </a:rPr>
              <a:t>0</a:t>
            </a:r>
          </a:p>
        </p:txBody>
      </p:sp>
      <p:sp>
        <p:nvSpPr>
          <p:cNvPr id="13" name="CARD_SUMMARY_MINOR"/>
          <p:cNvSpPr/>
          <p:nvPr/>
        </p:nvSpPr>
        <p:spPr>
          <a:xfrm>
            <a:off x="9372600" y="1874519"/>
            <a:ext cx="2240280" cy="2514600"/>
          </a:xfrm>
          <a:prstGeom prst="rect">
            <a:avLst/>
          </a:prstGeom>
          <a:solidFill>
            <a:srgbClr val="E2F0D9"/>
          </a:solidFill>
          <a:ln w="15240">
            <a:solidFill>
              <a:srgbClr val="5482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LABEL_SUMMARY_MINOR"/>
          <p:cNvSpPr txBox="1"/>
          <p:nvPr/>
        </p:nvSpPr>
        <p:spPr>
          <a:xfrm>
            <a:off x="9509760" y="2148840"/>
            <a:ext cx="1965960" cy="438912"/>
          </a:xfrm>
          <a:prstGeom prst="rect">
            <a:avLst/>
          </a:prstGeom>
          <a:noFill/>
          <a:ln>
            <a:noFill/>
          </a:ln>
        </p:spPr>
        <p:txBody>
          <a:bodyPr wrap="square" anchor="ctr" lIns="76200" rIns="76200" tIns="25400" bIns="25400">
            <a:spAutoFit/>
          </a:bodyPr>
          <a:lstStyle/>
          <a:p>
            <a:pPr algn="ctr"/>
            <a:r>
              <a:rPr sz="1600" b="1">
                <a:solidFill>
                  <a:srgbClr val="548235"/>
                </a:solidFill>
                <a:latin typeface="微软雅黑"/>
              </a:rPr>
              <a:t>Minor</a:t>
            </a:r>
          </a:p>
        </p:txBody>
      </p:sp>
      <p:sp>
        <p:nvSpPr>
          <p:cNvPr id="15" name="SUMMARY_MINOR"/>
          <p:cNvSpPr txBox="1"/>
          <p:nvPr/>
        </p:nvSpPr>
        <p:spPr>
          <a:xfrm>
            <a:off x="9509760" y="2788920"/>
            <a:ext cx="1965960" cy="1005840"/>
          </a:xfrm>
          <a:prstGeom prst="rect">
            <a:avLst/>
          </a:prstGeom>
          <a:noFill/>
          <a:ln>
            <a:noFill/>
          </a:ln>
        </p:spPr>
        <p:txBody>
          <a:bodyPr wrap="square" anchor="ctr" lIns="76200" rIns="76200" tIns="25400" bIns="25400">
            <a:spAutoFit/>
          </a:bodyPr>
          <a:lstStyle/>
          <a:p>
            <a:pPr algn="ctr"/>
            <a:r>
              <a:rPr sz="4200" b="1">
                <a:solidFill>
                  <a:srgbClr val="548235"/>
                </a:solidFill>
                <a:latin typeface="微软雅黑"/>
              </a:rPr>
              <a:t>0</a:t>
            </a:r>
          </a:p>
        </p:txBody>
      </p:sp>
      <p:sp>
        <p:nvSpPr>
          <p:cNvPr id="16" name="STATIC_SUMMARY_NOTE"/>
          <p:cNvSpPr txBox="1"/>
          <p:nvPr/>
        </p:nvSpPr>
        <p:spPr>
          <a:xfrm>
            <a:off x="594360" y="4983480"/>
            <a:ext cx="11018520" cy="411480"/>
          </a:xfrm>
          <a:prstGeom prst="rect">
            <a:avLst/>
          </a:prstGeom>
          <a:noFill/>
          <a:ln>
            <a:noFill/>
          </a:ln>
        </p:spPr>
        <p:txBody>
          <a:bodyPr wrap="square" anchor="ctr" lIns="76200" rIns="76200" tIns="25400" bIns="25400">
            <a:spAutoFit/>
          </a:bodyPr>
          <a:lstStyle/>
          <a:p>
            <a:pPr algn="ctr"/>
            <a:r>
              <a:rPr sz="1300" b="0">
                <a:solidFill>
                  <a:srgbClr val="666666"/>
                </a:solidFill>
                <a:latin typeface="微软雅黑"/>
              </a:rPr>
              <a:t>按问题严重度自动统计</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MPLATE_KEY__PART_SPECIFICATIONS"/>
          <p:cNvSpPr txBox="1"/>
          <p:nvPr/>
        </p:nvSpPr>
        <p:spPr>
          <a:xfrm>
            <a:off x="0" y="0"/>
            <a:ext cx="45720" cy="45720"/>
          </a:xfrm>
          <a:prstGeom prst="rect">
            <a:avLst/>
          </a:prstGeom>
          <a:noFill/>
          <a:ln>
            <a:noFill/>
          </a:ln>
        </p:spPr>
        <p:txBody>
          <a:bodyPr wrap="square" anchor="ctr" lIns="76200" rIns="76200" tIns="25400" bIns="25400">
            <a:spAutoFit/>
          </a:bodyPr>
          <a:lstStyle/>
          <a:p>
            <a:pPr algn="l"/>
            <a:r>
              <a:rPr sz="1200" b="0">
                <a:solidFill>
                  <a:srgbClr val="002B67"/>
                </a:solidFill>
                <a:latin typeface="微软雅黑"/>
              </a:rPr>
              <a:t/>
            </a:r>
          </a:p>
        </p:txBody>
      </p:sp>
      <p:sp>
        <p:nvSpPr>
          <p:cNvPr id="3" name="STATIC_PART_SPEC_TITLE"/>
          <p:cNvSpPr txBox="1"/>
          <p:nvPr/>
        </p:nvSpPr>
        <p:spPr>
          <a:xfrm>
            <a:off x="502920" y="320040"/>
            <a:ext cx="7315200" cy="530352"/>
          </a:xfrm>
          <a:prstGeom prst="rect">
            <a:avLst/>
          </a:prstGeom>
          <a:noFill/>
          <a:ln>
            <a:noFill/>
          </a:ln>
        </p:spPr>
        <p:txBody>
          <a:bodyPr wrap="square" anchor="ctr" lIns="76200" rIns="76200" tIns="25400" bIns="25400">
            <a:spAutoFit/>
          </a:bodyPr>
          <a:lstStyle/>
          <a:p>
            <a:pPr algn="l"/>
            <a:r>
              <a:rPr sz="2500" b="1">
                <a:solidFill>
                  <a:srgbClr val="002B67"/>
                </a:solidFill>
                <a:latin typeface="微软雅黑"/>
              </a:rPr>
              <a:t>产品基本参数</a:t>
            </a:r>
          </a:p>
        </p:txBody>
      </p:sp>
      <p:sp>
        <p:nvSpPr>
          <p:cNvPr id="4" name="LABEL_PART_FINISHED_WEIGHT"/>
          <p:cNvSpPr txBox="1"/>
          <p:nvPr/>
        </p:nvSpPr>
        <p:spPr>
          <a:xfrm>
            <a:off x="50292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成品重量 (kg)</a:t>
            </a:r>
          </a:p>
        </p:txBody>
      </p:sp>
      <p:sp>
        <p:nvSpPr>
          <p:cNvPr id="5" name="PART_FINISHED_WEIGHT"/>
          <p:cNvSpPr txBox="1"/>
          <p:nvPr/>
        </p:nvSpPr>
        <p:spPr>
          <a:xfrm>
            <a:off x="50292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6" name="LABEL_PART_CASTING_WEIGHT"/>
          <p:cNvSpPr txBox="1"/>
          <p:nvPr/>
        </p:nvSpPr>
        <p:spPr>
          <a:xfrm>
            <a:off x="338328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毛坯重量 (kg)</a:t>
            </a:r>
          </a:p>
        </p:txBody>
      </p:sp>
      <p:sp>
        <p:nvSpPr>
          <p:cNvPr id="7" name="PART_CASTING_WEIGHT"/>
          <p:cNvSpPr txBox="1"/>
          <p:nvPr/>
        </p:nvSpPr>
        <p:spPr>
          <a:xfrm>
            <a:off x="338328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8" name="LABEL_PART_RUNNER_WEIGHT"/>
          <p:cNvSpPr txBox="1"/>
          <p:nvPr/>
        </p:nvSpPr>
        <p:spPr>
          <a:xfrm>
            <a:off x="626364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流道重量 (kg)</a:t>
            </a:r>
          </a:p>
        </p:txBody>
      </p:sp>
      <p:sp>
        <p:nvSpPr>
          <p:cNvPr id="9" name="PART_RUNNER_WEIGHT"/>
          <p:cNvSpPr txBox="1"/>
          <p:nvPr/>
        </p:nvSpPr>
        <p:spPr>
          <a:xfrm>
            <a:off x="626364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10" name="LABEL_PART_OVERFLOW_WEIGHT"/>
          <p:cNvSpPr txBox="1"/>
          <p:nvPr/>
        </p:nvSpPr>
        <p:spPr>
          <a:xfrm>
            <a:off x="9144000" y="114300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渣包重量 (kg)</a:t>
            </a:r>
          </a:p>
        </p:txBody>
      </p:sp>
      <p:sp>
        <p:nvSpPr>
          <p:cNvPr id="11" name="PART_OVERFLOW_WEIGHT"/>
          <p:cNvSpPr txBox="1"/>
          <p:nvPr/>
        </p:nvSpPr>
        <p:spPr>
          <a:xfrm>
            <a:off x="9144000" y="149047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12" name="LABEL_PART_WALL"/>
          <p:cNvSpPr txBox="1"/>
          <p:nvPr/>
        </p:nvSpPr>
        <p:spPr>
          <a:xfrm>
            <a:off x="50292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基本壁厚 (mm)</a:t>
            </a:r>
          </a:p>
        </p:txBody>
      </p:sp>
      <p:sp>
        <p:nvSpPr>
          <p:cNvPr id="13" name="PART_WALL"/>
          <p:cNvSpPr txBox="1"/>
          <p:nvPr/>
        </p:nvSpPr>
        <p:spPr>
          <a:xfrm>
            <a:off x="50292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14" name="LABEL_PART_WALL_MAX"/>
          <p:cNvSpPr txBox="1"/>
          <p:nvPr/>
        </p:nvSpPr>
        <p:spPr>
          <a:xfrm>
            <a:off x="338328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最大壁厚 (mm)</a:t>
            </a:r>
          </a:p>
        </p:txBody>
      </p:sp>
      <p:sp>
        <p:nvSpPr>
          <p:cNvPr id="15" name="PART_WALL_MAX"/>
          <p:cNvSpPr txBox="1"/>
          <p:nvPr/>
        </p:nvSpPr>
        <p:spPr>
          <a:xfrm>
            <a:off x="338328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16" name="LABEL_PART_LENGTH"/>
          <p:cNvSpPr txBox="1"/>
          <p:nvPr/>
        </p:nvSpPr>
        <p:spPr>
          <a:xfrm>
            <a:off x="626364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长度 L (mm)</a:t>
            </a:r>
          </a:p>
        </p:txBody>
      </p:sp>
      <p:sp>
        <p:nvSpPr>
          <p:cNvPr id="17" name="PART_LENGTH"/>
          <p:cNvSpPr txBox="1"/>
          <p:nvPr/>
        </p:nvSpPr>
        <p:spPr>
          <a:xfrm>
            <a:off x="626364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18" name="LABEL_PART_WIDTH"/>
          <p:cNvSpPr txBox="1"/>
          <p:nvPr/>
        </p:nvSpPr>
        <p:spPr>
          <a:xfrm>
            <a:off x="9144000" y="233172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宽度 W (mm)</a:t>
            </a:r>
          </a:p>
        </p:txBody>
      </p:sp>
      <p:sp>
        <p:nvSpPr>
          <p:cNvPr id="19" name="PART_WIDTH"/>
          <p:cNvSpPr txBox="1"/>
          <p:nvPr/>
        </p:nvSpPr>
        <p:spPr>
          <a:xfrm>
            <a:off x="9144000" y="2679191"/>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20" name="LABEL_PART_HEIGHT"/>
          <p:cNvSpPr txBox="1"/>
          <p:nvPr/>
        </p:nvSpPr>
        <p:spPr>
          <a:xfrm>
            <a:off x="50292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高度 H (mm)</a:t>
            </a:r>
          </a:p>
        </p:txBody>
      </p:sp>
      <p:sp>
        <p:nvSpPr>
          <p:cNvPr id="21" name="PART_HEIGHT"/>
          <p:cNvSpPr txBox="1"/>
          <p:nvPr/>
        </p:nvSpPr>
        <p:spPr>
          <a:xfrm>
            <a:off x="50292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22" name="LABEL_PART_CAVITY_COUNT"/>
          <p:cNvSpPr txBox="1"/>
          <p:nvPr/>
        </p:nvSpPr>
        <p:spPr>
          <a:xfrm>
            <a:off x="338328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模具腔数</a:t>
            </a:r>
          </a:p>
        </p:txBody>
      </p:sp>
      <p:sp>
        <p:nvSpPr>
          <p:cNvPr id="23" name="PART_CAVITY_COUNT"/>
          <p:cNvSpPr txBox="1"/>
          <p:nvPr/>
        </p:nvSpPr>
        <p:spPr>
          <a:xfrm>
            <a:off x="338328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24" name="LABEL_PART_CASTING_PRESSURE"/>
          <p:cNvSpPr txBox="1"/>
          <p:nvPr/>
        </p:nvSpPr>
        <p:spPr>
          <a:xfrm>
            <a:off x="626364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铸造压力 (MPa)</a:t>
            </a:r>
          </a:p>
        </p:txBody>
      </p:sp>
      <p:sp>
        <p:nvSpPr>
          <p:cNvPr id="25" name="PART_CASTING_PRESSURE"/>
          <p:cNvSpPr txBox="1"/>
          <p:nvPr/>
        </p:nvSpPr>
        <p:spPr>
          <a:xfrm>
            <a:off x="626364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26" name="LABEL_PART_MATERIAL"/>
          <p:cNvSpPr txBox="1"/>
          <p:nvPr/>
        </p:nvSpPr>
        <p:spPr>
          <a:xfrm>
            <a:off x="9144000" y="352044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材料牌号</a:t>
            </a:r>
          </a:p>
        </p:txBody>
      </p:sp>
      <p:sp>
        <p:nvSpPr>
          <p:cNvPr id="27" name="PART_MATERIAL"/>
          <p:cNvSpPr txBox="1"/>
          <p:nvPr/>
        </p:nvSpPr>
        <p:spPr>
          <a:xfrm>
            <a:off x="9144000" y="386791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28" name="LABEL_PART_ANNUAL_VOLUME"/>
          <p:cNvSpPr txBox="1"/>
          <p:nvPr/>
        </p:nvSpPr>
        <p:spPr>
          <a:xfrm>
            <a:off x="50292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年产量 (件/年)</a:t>
            </a:r>
          </a:p>
        </p:txBody>
      </p:sp>
      <p:sp>
        <p:nvSpPr>
          <p:cNvPr id="29" name="PART_ANNUAL_VOLUME"/>
          <p:cNvSpPr txBox="1"/>
          <p:nvPr/>
        </p:nvSpPr>
        <p:spPr>
          <a:xfrm>
            <a:off x="50292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30" name="LABEL_PART_PROJECT_TYPE"/>
          <p:cNvSpPr txBox="1"/>
          <p:nvPr/>
        </p:nvSpPr>
        <p:spPr>
          <a:xfrm>
            <a:off x="338328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项目类型</a:t>
            </a:r>
          </a:p>
        </p:txBody>
      </p:sp>
      <p:sp>
        <p:nvSpPr>
          <p:cNvPr id="31" name="PART_PROJECT_TYPE"/>
          <p:cNvSpPr txBox="1"/>
          <p:nvPr/>
        </p:nvSpPr>
        <p:spPr>
          <a:xfrm>
            <a:off x="338328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32" name="LABEL_PART_SURFACE_REQUIREMENT"/>
          <p:cNvSpPr txBox="1"/>
          <p:nvPr/>
        </p:nvSpPr>
        <p:spPr>
          <a:xfrm>
            <a:off x="626364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表面要求</a:t>
            </a:r>
          </a:p>
        </p:txBody>
      </p:sp>
      <p:sp>
        <p:nvSpPr>
          <p:cNvPr id="33" name="PART_SURFACE_REQUIREMENT"/>
          <p:cNvSpPr txBox="1"/>
          <p:nvPr/>
        </p:nvSpPr>
        <p:spPr>
          <a:xfrm>
            <a:off x="626364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
        <p:nvSpPr>
          <p:cNvPr id="34" name="LABEL_PART_LEAK_REQUIREMENT"/>
          <p:cNvSpPr txBox="1"/>
          <p:nvPr/>
        </p:nvSpPr>
        <p:spPr>
          <a:xfrm>
            <a:off x="9144000" y="4709160"/>
            <a:ext cx="2606040" cy="347472"/>
          </a:xfrm>
          <a:prstGeom prst="rect">
            <a:avLst/>
          </a:prstGeom>
          <a:solidFill>
            <a:srgbClr val="002B67"/>
          </a:solidFill>
          <a:ln>
            <a:noFill/>
          </a:ln>
        </p:spPr>
        <p:txBody>
          <a:bodyPr wrap="square" anchor="ctr" lIns="76200" rIns="76200" tIns="25400" bIns="25400">
            <a:spAutoFit/>
          </a:bodyPr>
          <a:lstStyle/>
          <a:p>
            <a:pPr algn="l"/>
            <a:r>
              <a:rPr sz="1200" b="1">
                <a:solidFill>
                  <a:srgbClr val="FFFFFF"/>
                </a:solidFill>
                <a:latin typeface="微软雅黑"/>
              </a:rPr>
              <a:t>气密要求</a:t>
            </a:r>
          </a:p>
        </p:txBody>
      </p:sp>
      <p:sp>
        <p:nvSpPr>
          <p:cNvPr id="35" name="PART_LEAK_REQUIREMENT"/>
          <p:cNvSpPr txBox="1"/>
          <p:nvPr/>
        </p:nvSpPr>
        <p:spPr>
          <a:xfrm>
            <a:off x="9144000" y="5056632"/>
            <a:ext cx="2606040" cy="594360"/>
          </a:xfrm>
          <a:prstGeom prst="rect">
            <a:avLst/>
          </a:prstGeom>
          <a:solidFill>
            <a:srgbClr val="FFFFFF"/>
          </a:solidFill>
          <a:ln w="15240">
            <a:solidFill>
              <a:srgbClr val="0070C0"/>
            </a:solidFill>
          </a:ln>
        </p:spPr>
        <p:txBody>
          <a:bodyPr wrap="square" anchor="ctr" lIns="76200" rIns="76200" tIns="25400" bIns="25400">
            <a:spAutoFit/>
          </a:bodyPr>
          <a:lstStyle/>
          <a:p>
            <a:pPr algn="ctr"/>
            <a:r>
              <a:rPr sz="1500" b="0">
                <a:solidFill>
                  <a:srgbClr val="222222"/>
                </a:solidFill>
                <a:latin typeface="微软雅黑"/>
              </a:rPr>
              <a: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MPLATE_KEY__ISSUE_STANDARD"/>
          <p:cNvSpPr txBox="1"/>
          <p:nvPr/>
        </p:nvSpPr>
        <p:spPr>
          <a:xfrm>
            <a:off x="0" y="0"/>
            <a:ext cx="45720" cy="45720"/>
          </a:xfrm>
          <a:prstGeom prst="rect">
            <a:avLst/>
          </a:prstGeom>
          <a:noFill/>
          <a:ln>
            <a:noFill/>
          </a:ln>
        </p:spPr>
        <p:txBody>
          <a:bodyPr wrap="square" anchor="ctr" lIns="76200" rIns="76200" tIns="25400" bIns="25400">
            <a:spAutoFit/>
          </a:bodyPr>
          <a:lstStyle/>
          <a:p>
            <a:pPr algn="l"/>
            <a:r>
              <a:rPr sz="1200" b="0">
                <a:solidFill>
                  <a:srgbClr val="002B67"/>
                </a:solidFill>
                <a:latin typeface="微软雅黑"/>
              </a:rPr>
              <a:t/>
            </a:r>
          </a:p>
        </p:txBody>
      </p:sp>
      <p:sp>
        <p:nvSpPr>
          <p:cNvPr id="3" name="ISSUE_TITLE"/>
          <p:cNvSpPr txBox="1"/>
          <p:nvPr/>
        </p:nvSpPr>
        <p:spPr>
          <a:xfrm>
            <a:off x="502920" y="274320"/>
            <a:ext cx="8412480" cy="530352"/>
          </a:xfrm>
          <a:prstGeom prst="rect">
            <a:avLst/>
          </a:prstGeom>
          <a:noFill/>
          <a:ln>
            <a:noFill/>
          </a:ln>
        </p:spPr>
        <p:txBody>
          <a:bodyPr wrap="square" anchor="ctr" lIns="76200" rIns="76200" tIns="25400" bIns="25400">
            <a:spAutoFit/>
          </a:bodyPr>
          <a:lstStyle/>
          <a:p>
            <a:pPr algn="l"/>
            <a:r>
              <a:rPr sz="2400" b="1">
                <a:solidFill>
                  <a:srgbClr val="002B67"/>
                </a:solidFill>
                <a:latin typeface="微软雅黑"/>
              </a:rPr>
              <a:t>问题标题</a:t>
            </a:r>
          </a:p>
        </p:txBody>
      </p:sp>
      <p:sp>
        <p:nvSpPr>
          <p:cNvPr id="4" name="ISSUE_ID"/>
          <p:cNvSpPr txBox="1"/>
          <p:nvPr/>
        </p:nvSpPr>
        <p:spPr>
          <a:xfrm>
            <a:off x="9281160" y="310896"/>
            <a:ext cx="1234440" cy="384048"/>
          </a:xfrm>
          <a:prstGeom prst="rect">
            <a:avLst/>
          </a:prstGeom>
          <a:solidFill>
            <a:srgbClr val="E9F4FB"/>
          </a:solidFill>
          <a:ln w="15240">
            <a:solidFill>
              <a:srgbClr val="0070C0"/>
            </a:solidFill>
          </a:ln>
        </p:spPr>
        <p:txBody>
          <a:bodyPr wrap="square" anchor="ctr" lIns="76200" rIns="76200" tIns="25400" bIns="25400">
            <a:spAutoFit/>
          </a:bodyPr>
          <a:lstStyle/>
          <a:p>
            <a:pPr algn="ctr"/>
            <a:r>
              <a:rPr sz="1300" b="1">
                <a:solidFill>
                  <a:srgbClr val="002B67"/>
                </a:solidFill>
                <a:latin typeface="微软雅黑"/>
              </a:rPr>
              <a:t>DFM-000</a:t>
            </a:r>
          </a:p>
        </p:txBody>
      </p:sp>
      <p:sp>
        <p:nvSpPr>
          <p:cNvPr id="5" name="ISSUE_LEVEL"/>
          <p:cNvSpPr txBox="1"/>
          <p:nvPr/>
        </p:nvSpPr>
        <p:spPr>
          <a:xfrm>
            <a:off x="10652760" y="310896"/>
            <a:ext cx="1005840" cy="384048"/>
          </a:xfrm>
          <a:prstGeom prst="rect">
            <a:avLst/>
          </a:prstGeom>
          <a:solidFill>
            <a:srgbClr val="FFC000"/>
          </a:solidFill>
          <a:ln w="15240">
            <a:solidFill>
              <a:srgbClr val="002B67"/>
            </a:solidFill>
          </a:ln>
        </p:spPr>
        <p:txBody>
          <a:bodyPr wrap="square" anchor="ctr" lIns="76200" rIns="76200" tIns="25400" bIns="25400">
            <a:spAutoFit/>
          </a:bodyPr>
          <a:lstStyle/>
          <a:p>
            <a:pPr algn="ctr"/>
            <a:r>
              <a:rPr sz="1200" b="1">
                <a:solidFill>
                  <a:srgbClr val="002B67"/>
                </a:solidFill>
                <a:latin typeface="微软雅黑"/>
              </a:rPr>
              <a:t>Critical</a:t>
            </a:r>
          </a:p>
        </p:txBody>
      </p:sp>
      <p:sp>
        <p:nvSpPr>
          <p:cNvPr id="6" name="STATIC_DESC"/>
          <p:cNvSpPr txBox="1"/>
          <p:nvPr/>
        </p:nvSpPr>
        <p:spPr>
          <a:xfrm>
            <a:off x="502920" y="1024128"/>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问题描述</a:t>
            </a:r>
          </a:p>
        </p:txBody>
      </p:sp>
      <p:sp>
        <p:nvSpPr>
          <p:cNvPr id="7" name="ISSUE_DESCRIPTION"/>
          <p:cNvSpPr txBox="1"/>
          <p:nvPr/>
        </p:nvSpPr>
        <p:spPr>
          <a:xfrm>
            <a:off x="502920" y="1408176"/>
            <a:ext cx="3794760" cy="1874519"/>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问题描述内容</a:t>
            </a:r>
          </a:p>
        </p:txBody>
      </p:sp>
      <p:sp>
        <p:nvSpPr>
          <p:cNvPr id="8" name="STATIC_REC"/>
          <p:cNvSpPr txBox="1"/>
          <p:nvPr/>
        </p:nvSpPr>
        <p:spPr>
          <a:xfrm>
            <a:off x="502920" y="3520440"/>
            <a:ext cx="379476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优化建议</a:t>
            </a:r>
          </a:p>
        </p:txBody>
      </p:sp>
      <p:sp>
        <p:nvSpPr>
          <p:cNvPr id="9" name="ISSUE_RECOMMENDATION"/>
          <p:cNvSpPr txBox="1"/>
          <p:nvPr/>
        </p:nvSpPr>
        <p:spPr>
          <a:xfrm>
            <a:off x="502920" y="3904487"/>
            <a:ext cx="3794760" cy="1965960"/>
          </a:xfrm>
          <a:prstGeom prst="rect">
            <a:avLst/>
          </a:prstGeom>
          <a:solidFill>
            <a:srgbClr val="FFFFFF"/>
          </a:solidFill>
          <a:ln w="15240">
            <a:solidFill>
              <a:srgbClr val="0070C0"/>
            </a:solidFill>
          </a:ln>
        </p:spPr>
        <p:txBody>
          <a:bodyPr wrap="square" anchor="ctr" lIns="76200" rIns="76200" tIns="25400" bIns="25400">
            <a:spAutoFit/>
          </a:bodyPr>
          <a:lstStyle/>
          <a:p>
            <a:pPr algn="l"/>
            <a:r>
              <a:rPr sz="1400" b="0">
                <a:solidFill>
                  <a:srgbClr val="222222"/>
                </a:solidFill>
                <a:latin typeface="微软雅黑"/>
              </a:rPr>
              <a:t>优化建议内容</a:t>
            </a:r>
          </a:p>
        </p:txBody>
      </p:sp>
      <p:sp>
        <p:nvSpPr>
          <p:cNvPr id="10" name="STATIC_IMAGE"/>
          <p:cNvSpPr txBox="1"/>
          <p:nvPr/>
        </p:nvSpPr>
        <p:spPr>
          <a:xfrm>
            <a:off x="4526280" y="1024128"/>
            <a:ext cx="713232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问题区域 / CAD 截图</a:t>
            </a:r>
          </a:p>
        </p:txBody>
      </p:sp>
      <p:sp>
        <p:nvSpPr>
          <p:cNvPr id="11" name="IMAGE_MAIN"/>
          <p:cNvSpPr/>
          <p:nvPr/>
        </p:nvSpPr>
        <p:spPr>
          <a:xfrm>
            <a:off x="4526280" y="1408176"/>
            <a:ext cx="7132320" cy="4462272"/>
          </a:xfrm>
          <a:prstGeom prst="rect">
            <a:avLst/>
          </a:prstGeom>
          <a:solidFill>
            <a:srgbClr val="F2F2F2"/>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MPLATE_KEY__ISSUE_COMPARE"/>
          <p:cNvSpPr txBox="1"/>
          <p:nvPr/>
        </p:nvSpPr>
        <p:spPr>
          <a:xfrm>
            <a:off x="0" y="0"/>
            <a:ext cx="45720" cy="45720"/>
          </a:xfrm>
          <a:prstGeom prst="rect">
            <a:avLst/>
          </a:prstGeom>
          <a:noFill/>
          <a:ln>
            <a:noFill/>
          </a:ln>
        </p:spPr>
        <p:txBody>
          <a:bodyPr wrap="square" anchor="ctr" lIns="76200" rIns="76200" tIns="25400" bIns="25400">
            <a:spAutoFit/>
          </a:bodyPr>
          <a:lstStyle/>
          <a:p>
            <a:pPr algn="l"/>
            <a:r>
              <a:rPr sz="1200" b="0">
                <a:solidFill>
                  <a:srgbClr val="002B67"/>
                </a:solidFill>
                <a:latin typeface="微软雅黑"/>
              </a:rPr>
              <a:t/>
            </a:r>
          </a:p>
        </p:txBody>
      </p:sp>
      <p:sp>
        <p:nvSpPr>
          <p:cNvPr id="3" name="ISSUE_TITLE"/>
          <p:cNvSpPr txBox="1"/>
          <p:nvPr/>
        </p:nvSpPr>
        <p:spPr>
          <a:xfrm>
            <a:off x="502920" y="228600"/>
            <a:ext cx="8046720" cy="502920"/>
          </a:xfrm>
          <a:prstGeom prst="rect">
            <a:avLst/>
          </a:prstGeom>
          <a:noFill/>
          <a:ln>
            <a:noFill/>
          </a:ln>
        </p:spPr>
        <p:txBody>
          <a:bodyPr wrap="square" anchor="ctr" lIns="76200" rIns="76200" tIns="25400" bIns="25400">
            <a:spAutoFit/>
          </a:bodyPr>
          <a:lstStyle/>
          <a:p>
            <a:pPr algn="l"/>
            <a:r>
              <a:rPr sz="2300" b="1">
                <a:solidFill>
                  <a:srgbClr val="002B67"/>
                </a:solidFill>
                <a:latin typeface="微软雅黑"/>
              </a:rPr>
              <a:t>问题标题</a:t>
            </a:r>
          </a:p>
        </p:txBody>
      </p:sp>
      <p:sp>
        <p:nvSpPr>
          <p:cNvPr id="4" name="ISSUE_ID"/>
          <p:cNvSpPr txBox="1"/>
          <p:nvPr/>
        </p:nvSpPr>
        <p:spPr>
          <a:xfrm>
            <a:off x="8915400" y="274320"/>
            <a:ext cx="1234440" cy="365760"/>
          </a:xfrm>
          <a:prstGeom prst="rect">
            <a:avLst/>
          </a:prstGeom>
          <a:solidFill>
            <a:srgbClr val="E9F4FB"/>
          </a:solidFill>
          <a:ln w="15240">
            <a:solidFill>
              <a:srgbClr val="0070C0"/>
            </a:solidFill>
          </a:ln>
        </p:spPr>
        <p:txBody>
          <a:bodyPr wrap="square" anchor="ctr" lIns="76200" rIns="76200" tIns="25400" bIns="25400">
            <a:spAutoFit/>
          </a:bodyPr>
          <a:lstStyle/>
          <a:p>
            <a:pPr algn="ctr"/>
            <a:r>
              <a:rPr sz="1300" b="1">
                <a:solidFill>
                  <a:srgbClr val="002B67"/>
                </a:solidFill>
                <a:latin typeface="微软雅黑"/>
              </a:rPr>
              <a:t>DFM-000</a:t>
            </a:r>
          </a:p>
        </p:txBody>
      </p:sp>
      <p:sp>
        <p:nvSpPr>
          <p:cNvPr id="5" name="ISSUE_LEVEL"/>
          <p:cNvSpPr txBox="1"/>
          <p:nvPr/>
        </p:nvSpPr>
        <p:spPr>
          <a:xfrm>
            <a:off x="10378440" y="274320"/>
            <a:ext cx="1280160" cy="365760"/>
          </a:xfrm>
          <a:prstGeom prst="rect">
            <a:avLst/>
          </a:prstGeom>
          <a:solidFill>
            <a:srgbClr val="FFC000"/>
          </a:solidFill>
          <a:ln w="15240">
            <a:solidFill>
              <a:srgbClr val="002B67"/>
            </a:solidFill>
          </a:ln>
        </p:spPr>
        <p:txBody>
          <a:bodyPr wrap="square" anchor="ctr" lIns="76200" rIns="76200" tIns="25400" bIns="25400">
            <a:spAutoFit/>
          </a:bodyPr>
          <a:lstStyle/>
          <a:p>
            <a:pPr algn="ctr"/>
            <a:r>
              <a:rPr sz="1200" b="1">
                <a:solidFill>
                  <a:srgbClr val="002B67"/>
                </a:solidFill>
                <a:latin typeface="微软雅黑"/>
              </a:rPr>
              <a:t>Critical</a:t>
            </a:r>
          </a:p>
        </p:txBody>
      </p:sp>
      <p:sp>
        <p:nvSpPr>
          <p:cNvPr id="6" name="STATIC_INFO"/>
          <p:cNvSpPr txBox="1"/>
          <p:nvPr/>
        </p:nvSpPr>
        <p:spPr>
          <a:xfrm>
            <a:off x="502920" y="960120"/>
            <a:ext cx="2743200" cy="384048"/>
          </a:xfrm>
          <a:prstGeom prst="rect">
            <a:avLst/>
          </a:prstGeom>
          <a:solidFill>
            <a:srgbClr val="002B67"/>
          </a:solidFill>
          <a:ln>
            <a:noFill/>
          </a:ln>
        </p:spPr>
        <p:txBody>
          <a:bodyPr wrap="square" anchor="ctr" lIns="76200" rIns="76200" tIns="25400" bIns="25400">
            <a:spAutoFit/>
          </a:bodyPr>
          <a:lstStyle/>
          <a:p>
            <a:pPr algn="l"/>
            <a:r>
              <a:rPr sz="1500" b="1">
                <a:solidFill>
                  <a:srgbClr val="FFFFFF"/>
                </a:solidFill>
                <a:latin typeface="微软雅黑"/>
              </a:rPr>
              <a:t>基本信息</a:t>
            </a:r>
          </a:p>
        </p:txBody>
      </p:sp>
      <p:sp>
        <p:nvSpPr>
          <p:cNvPr id="7" name="ISSUE_DESCRIPTION"/>
          <p:cNvSpPr txBox="1"/>
          <p:nvPr/>
        </p:nvSpPr>
        <p:spPr>
          <a:xfrm>
            <a:off x="502920" y="1344168"/>
            <a:ext cx="2743200" cy="1901952"/>
          </a:xfrm>
          <a:prstGeom prst="rect">
            <a:avLst/>
          </a:prstGeom>
          <a:solidFill>
            <a:srgbClr val="FFFFFF"/>
          </a:solidFill>
          <a:ln w="15240">
            <a:solidFill>
              <a:srgbClr val="0070C0"/>
            </a:solidFill>
          </a:ln>
        </p:spPr>
        <p:txBody>
          <a:bodyPr wrap="square" anchor="ctr" lIns="76200" rIns="76200" tIns="25400" bIns="25400">
            <a:spAutoFit/>
          </a:bodyPr>
          <a:lstStyle/>
          <a:p>
            <a:pPr algn="l"/>
            <a:r>
              <a:rPr sz="1300" b="0">
                <a:solidFill>
                  <a:srgbClr val="222222"/>
                </a:solidFill>
                <a:latin typeface="微软雅黑"/>
              </a:rPr>
              <a:t>问题描述</a:t>
            </a:r>
          </a:p>
        </p:txBody>
      </p:sp>
      <p:sp>
        <p:nvSpPr>
          <p:cNvPr id="8" name="ISSUE_RECOMMENDATION"/>
          <p:cNvSpPr txBox="1"/>
          <p:nvPr/>
        </p:nvSpPr>
        <p:spPr>
          <a:xfrm>
            <a:off x="502920" y="3493008"/>
            <a:ext cx="2743200" cy="2176272"/>
          </a:xfrm>
          <a:prstGeom prst="rect">
            <a:avLst/>
          </a:prstGeom>
          <a:solidFill>
            <a:srgbClr val="FFFFFF"/>
          </a:solidFill>
          <a:ln w="15240">
            <a:solidFill>
              <a:srgbClr val="0070C0"/>
            </a:solidFill>
          </a:ln>
        </p:spPr>
        <p:txBody>
          <a:bodyPr wrap="square" anchor="ctr" lIns="76200" rIns="76200" tIns="25400" bIns="25400">
            <a:spAutoFit/>
          </a:bodyPr>
          <a:lstStyle/>
          <a:p>
            <a:pPr algn="l"/>
            <a:r>
              <a:rPr sz="1300" b="0">
                <a:solidFill>
                  <a:srgbClr val="222222"/>
                </a:solidFill>
                <a:latin typeface="微软雅黑"/>
              </a:rPr>
              <a:t>优化建议</a:t>
            </a:r>
          </a:p>
        </p:txBody>
      </p:sp>
      <p:sp>
        <p:nvSpPr>
          <p:cNvPr id="9" name="STATIC_BEFORE"/>
          <p:cNvSpPr txBox="1"/>
          <p:nvPr/>
        </p:nvSpPr>
        <p:spPr>
          <a:xfrm>
            <a:off x="3474720" y="960120"/>
            <a:ext cx="3886200" cy="384048"/>
          </a:xfrm>
          <a:prstGeom prst="rect">
            <a:avLst/>
          </a:prstGeom>
          <a:solidFill>
            <a:srgbClr val="002B67"/>
          </a:solidFill>
          <a:ln>
            <a:noFill/>
          </a:ln>
        </p:spPr>
        <p:txBody>
          <a:bodyPr wrap="square" anchor="ctr" lIns="76200" rIns="76200" tIns="25400" bIns="25400">
            <a:spAutoFit/>
          </a:bodyPr>
          <a:lstStyle/>
          <a:p>
            <a:pPr algn="ctr"/>
            <a:r>
              <a:rPr sz="1500" b="1">
                <a:solidFill>
                  <a:srgbClr val="FFFFFF"/>
                </a:solidFill>
                <a:latin typeface="微软雅黑"/>
              </a:rPr>
              <a:t>优化前</a:t>
            </a:r>
          </a:p>
        </p:txBody>
      </p:sp>
      <p:sp>
        <p:nvSpPr>
          <p:cNvPr id="10" name="IMAGE_BEFORE"/>
          <p:cNvSpPr/>
          <p:nvPr/>
        </p:nvSpPr>
        <p:spPr>
          <a:xfrm>
            <a:off x="3474720" y="1344168"/>
            <a:ext cx="3886200" cy="4325112"/>
          </a:xfrm>
          <a:prstGeom prst="rect">
            <a:avLst/>
          </a:prstGeom>
          <a:solidFill>
            <a:srgbClr val="F2F2F2"/>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TIC_AFTER"/>
          <p:cNvSpPr txBox="1"/>
          <p:nvPr/>
        </p:nvSpPr>
        <p:spPr>
          <a:xfrm>
            <a:off x="7589520" y="960120"/>
            <a:ext cx="4069080" cy="384048"/>
          </a:xfrm>
          <a:prstGeom prst="rect">
            <a:avLst/>
          </a:prstGeom>
          <a:solidFill>
            <a:srgbClr val="002B67"/>
          </a:solidFill>
          <a:ln>
            <a:noFill/>
          </a:ln>
        </p:spPr>
        <p:txBody>
          <a:bodyPr wrap="square" anchor="ctr" lIns="76200" rIns="76200" tIns="25400" bIns="25400">
            <a:spAutoFit/>
          </a:bodyPr>
          <a:lstStyle/>
          <a:p>
            <a:pPr algn="ctr"/>
            <a:r>
              <a:rPr sz="1500" b="1">
                <a:solidFill>
                  <a:srgbClr val="FFFFFF"/>
                </a:solidFill>
                <a:latin typeface="微软雅黑"/>
              </a:rPr>
              <a:t>优化后</a:t>
            </a:r>
          </a:p>
        </p:txBody>
      </p:sp>
      <p:sp>
        <p:nvSpPr>
          <p:cNvPr id="12" name="IMAGE_AFTER"/>
          <p:cNvSpPr/>
          <p:nvPr/>
        </p:nvSpPr>
        <p:spPr>
          <a:xfrm>
            <a:off x="7589520" y="1344168"/>
            <a:ext cx="4069080" cy="4325112"/>
          </a:xfrm>
          <a:prstGeom prst="rect">
            <a:avLst/>
          </a:prstGeom>
          <a:solidFill>
            <a:srgbClr val="F2F2F2"/>
          </a:solidFill>
          <a:ln w="1524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MPLATE_KEY__CONCLUSION"/>
          <p:cNvSpPr txBox="1"/>
          <p:nvPr/>
        </p:nvSpPr>
        <p:spPr>
          <a:xfrm>
            <a:off x="0" y="0"/>
            <a:ext cx="45720" cy="45720"/>
          </a:xfrm>
          <a:prstGeom prst="rect">
            <a:avLst/>
          </a:prstGeom>
          <a:noFill/>
          <a:ln>
            <a:noFill/>
          </a:ln>
        </p:spPr>
        <p:txBody>
          <a:bodyPr wrap="square" anchor="ctr" lIns="76200" rIns="76200" tIns="25400" bIns="25400">
            <a:spAutoFit/>
          </a:bodyPr>
          <a:lstStyle/>
          <a:p>
            <a:pPr algn="l"/>
            <a:r>
              <a:rPr sz="1200" b="0">
                <a:solidFill>
                  <a:srgbClr val="002B67"/>
                </a:solidFill>
                <a:latin typeface="微软雅黑"/>
              </a:rPr>
              <a:t/>
            </a:r>
          </a:p>
        </p:txBody>
      </p:sp>
      <p:sp>
        <p:nvSpPr>
          <p:cNvPr id="3" name="LABEL_SUMMARY_TOTAL"/>
          <p:cNvSpPr txBox="1"/>
          <p:nvPr/>
        </p:nvSpPr>
        <p:spPr>
          <a:xfrm>
            <a:off x="2057400" y="5998464"/>
            <a:ext cx="1051560" cy="256032"/>
          </a:xfrm>
          <a:prstGeom prst="rect">
            <a:avLst/>
          </a:prstGeom>
          <a:noFill/>
          <a:ln>
            <a:noFill/>
          </a:ln>
        </p:spPr>
        <p:txBody>
          <a:bodyPr wrap="square" anchor="ctr" lIns="76200" rIns="76200" tIns="25400" bIns="25400">
            <a:spAutoFit/>
          </a:bodyPr>
          <a:lstStyle/>
          <a:p>
            <a:pPr algn="ctr"/>
            <a:r>
              <a:rPr sz="1200" b="1">
                <a:solidFill>
                  <a:srgbClr val="002B67"/>
                </a:solidFill>
                <a:latin typeface="微软雅黑"/>
              </a:rPr>
              <a:t>Total</a:t>
            </a:r>
          </a:p>
        </p:txBody>
      </p:sp>
      <p:sp>
        <p:nvSpPr>
          <p:cNvPr id="4" name="SUMMARY_TOTAL"/>
          <p:cNvSpPr txBox="1"/>
          <p:nvPr/>
        </p:nvSpPr>
        <p:spPr>
          <a:xfrm>
            <a:off x="2057400" y="6291072"/>
            <a:ext cx="1051560" cy="310896"/>
          </a:xfrm>
          <a:prstGeom prst="rect">
            <a:avLst/>
          </a:prstGeom>
          <a:noFill/>
          <a:ln>
            <a:noFill/>
          </a:ln>
        </p:spPr>
        <p:txBody>
          <a:bodyPr wrap="square" anchor="ctr" lIns="76200" rIns="76200" tIns="25400" bIns="25400">
            <a:spAutoFit/>
          </a:bodyPr>
          <a:lstStyle/>
          <a:p>
            <a:pPr algn="ctr"/>
            <a:r>
              <a:rPr sz="1600" b="1">
                <a:solidFill>
                  <a:srgbClr val="002B67"/>
                </a:solidFill>
                <a:latin typeface="微软雅黑"/>
              </a:rPr>
              <a:t>0</a:t>
            </a:r>
          </a:p>
        </p:txBody>
      </p:sp>
      <p:sp>
        <p:nvSpPr>
          <p:cNvPr id="5" name="LABEL_SUMMARY_CRITICAL"/>
          <p:cNvSpPr txBox="1"/>
          <p:nvPr/>
        </p:nvSpPr>
        <p:spPr>
          <a:xfrm>
            <a:off x="4617720" y="5998464"/>
            <a:ext cx="1051560" cy="256032"/>
          </a:xfrm>
          <a:prstGeom prst="rect">
            <a:avLst/>
          </a:prstGeom>
          <a:noFill/>
          <a:ln>
            <a:noFill/>
          </a:ln>
        </p:spPr>
        <p:txBody>
          <a:bodyPr wrap="square" anchor="ctr" lIns="76200" rIns="76200" tIns="25400" bIns="25400">
            <a:spAutoFit/>
          </a:bodyPr>
          <a:lstStyle/>
          <a:p>
            <a:pPr algn="ctr"/>
            <a:r>
              <a:rPr sz="1200" b="1">
                <a:solidFill>
                  <a:srgbClr val="C00000"/>
                </a:solidFill>
                <a:latin typeface="微软雅黑"/>
              </a:rPr>
              <a:t>Critical</a:t>
            </a:r>
          </a:p>
        </p:txBody>
      </p:sp>
      <p:sp>
        <p:nvSpPr>
          <p:cNvPr id="6" name="SUMMARY_CRITICAL"/>
          <p:cNvSpPr txBox="1"/>
          <p:nvPr/>
        </p:nvSpPr>
        <p:spPr>
          <a:xfrm>
            <a:off x="4617720" y="6291072"/>
            <a:ext cx="1051560" cy="310896"/>
          </a:xfrm>
          <a:prstGeom prst="rect">
            <a:avLst/>
          </a:prstGeom>
          <a:noFill/>
          <a:ln>
            <a:noFill/>
          </a:ln>
        </p:spPr>
        <p:txBody>
          <a:bodyPr wrap="square" anchor="ctr" lIns="76200" rIns="76200" tIns="25400" bIns="25400">
            <a:spAutoFit/>
          </a:bodyPr>
          <a:lstStyle/>
          <a:p>
            <a:pPr algn="ctr"/>
            <a:r>
              <a:rPr sz="1600" b="1">
                <a:solidFill>
                  <a:srgbClr val="C00000"/>
                </a:solidFill>
                <a:latin typeface="微软雅黑"/>
              </a:rPr>
              <a:t>0</a:t>
            </a:r>
          </a:p>
        </p:txBody>
      </p:sp>
      <p:sp>
        <p:nvSpPr>
          <p:cNvPr id="7" name="LABEL_SUMMARY_MAJOR"/>
          <p:cNvSpPr txBox="1"/>
          <p:nvPr/>
        </p:nvSpPr>
        <p:spPr>
          <a:xfrm>
            <a:off x="7178040" y="5998464"/>
            <a:ext cx="1051560" cy="256032"/>
          </a:xfrm>
          <a:prstGeom prst="rect">
            <a:avLst/>
          </a:prstGeom>
          <a:noFill/>
          <a:ln>
            <a:noFill/>
          </a:ln>
        </p:spPr>
        <p:txBody>
          <a:bodyPr wrap="square" anchor="ctr" lIns="76200" rIns="76200" tIns="25400" bIns="25400">
            <a:spAutoFit/>
          </a:bodyPr>
          <a:lstStyle/>
          <a:p>
            <a:pPr algn="ctr"/>
            <a:r>
              <a:rPr sz="1200" b="1">
                <a:solidFill>
                  <a:srgbClr val="BF7600"/>
                </a:solidFill>
                <a:latin typeface="微软雅黑"/>
              </a:rPr>
              <a:t>Major</a:t>
            </a:r>
          </a:p>
        </p:txBody>
      </p:sp>
      <p:sp>
        <p:nvSpPr>
          <p:cNvPr id="8" name="SUMMARY_MAJOR"/>
          <p:cNvSpPr txBox="1"/>
          <p:nvPr/>
        </p:nvSpPr>
        <p:spPr>
          <a:xfrm>
            <a:off x="7178040" y="6291072"/>
            <a:ext cx="1051560" cy="310896"/>
          </a:xfrm>
          <a:prstGeom prst="rect">
            <a:avLst/>
          </a:prstGeom>
          <a:noFill/>
          <a:ln>
            <a:noFill/>
          </a:ln>
        </p:spPr>
        <p:txBody>
          <a:bodyPr wrap="square" anchor="ctr" lIns="76200" rIns="76200" tIns="25400" bIns="25400">
            <a:spAutoFit/>
          </a:bodyPr>
          <a:lstStyle/>
          <a:p>
            <a:pPr algn="ctr"/>
            <a:r>
              <a:rPr sz="1600" b="1">
                <a:solidFill>
                  <a:srgbClr val="BF7600"/>
                </a:solidFill>
                <a:latin typeface="微软雅黑"/>
              </a:rPr>
              <a:t>0</a:t>
            </a:r>
          </a:p>
        </p:txBody>
      </p:sp>
      <p:sp>
        <p:nvSpPr>
          <p:cNvPr id="9" name="LABEL_SUMMARY_MINOR"/>
          <p:cNvSpPr txBox="1"/>
          <p:nvPr/>
        </p:nvSpPr>
        <p:spPr>
          <a:xfrm>
            <a:off x="9738360" y="5998464"/>
            <a:ext cx="1051560" cy="256032"/>
          </a:xfrm>
          <a:prstGeom prst="rect">
            <a:avLst/>
          </a:prstGeom>
          <a:noFill/>
          <a:ln>
            <a:noFill/>
          </a:ln>
        </p:spPr>
        <p:txBody>
          <a:bodyPr wrap="square" anchor="ctr" lIns="76200" rIns="76200" tIns="25400" bIns="25400">
            <a:spAutoFit/>
          </a:bodyPr>
          <a:lstStyle/>
          <a:p>
            <a:pPr algn="ctr"/>
            <a:r>
              <a:rPr sz="1200" b="1">
                <a:solidFill>
                  <a:srgbClr val="548235"/>
                </a:solidFill>
                <a:latin typeface="微软雅黑"/>
              </a:rPr>
              <a:t>Minor</a:t>
            </a:r>
          </a:p>
        </p:txBody>
      </p:sp>
      <p:sp>
        <p:nvSpPr>
          <p:cNvPr id="10" name="SUMMARY_MINOR"/>
          <p:cNvSpPr txBox="1"/>
          <p:nvPr/>
        </p:nvSpPr>
        <p:spPr>
          <a:xfrm>
            <a:off x="9738360" y="6291072"/>
            <a:ext cx="1051560" cy="310896"/>
          </a:xfrm>
          <a:prstGeom prst="rect">
            <a:avLst/>
          </a:prstGeom>
          <a:noFill/>
          <a:ln>
            <a:noFill/>
          </a:ln>
        </p:spPr>
        <p:txBody>
          <a:bodyPr wrap="square" anchor="ctr" lIns="76200" rIns="76200" tIns="25400" bIns="25400">
            <a:spAutoFit/>
          </a:bodyPr>
          <a:lstStyle/>
          <a:p>
            <a:pPr algn="ctr"/>
            <a:r>
              <a:rPr sz="1600" b="1">
                <a:solidFill>
                  <a:srgbClr val="548235"/>
                </a:solidFill>
                <a:latin typeface="微软雅黑"/>
              </a:rPr>
              <a:t>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PP_MARK_KEY" val="b548e2bd-992a-4bfc-bfee-24f9c7908a23"/>
  <p:tag name="COMMONDATA" val="eyJoZGlkIjoiZmJlOTNkOTVlN2U0NTVhZGYzMzI2ZGU1ZjA5MjE4NTAifQ=="/>
  <p:tag name="RESOURCE_RECORD_KEY" val="{&quot;29&quot;:[20750925]}"/>
</p:tagLst>
</file>

<file path=ppt/tags/tag2.xml><?xml version="1.0" encoding="utf-8"?>
<p:tagLst xmlns:a="http://schemas.openxmlformats.org/drawingml/2006/main" xmlns:r="http://schemas.openxmlformats.org/officeDocument/2006/relationships" xmlns:p="http://schemas.openxmlformats.org/presentationml/2006/main">
  <p:tag name="PA" val="v3.0.1"/>
</p:tagLst>
</file>

<file path=ppt/tags/tag3.xml><?xml version="1.0" encoding="utf-8"?>
<p:tagLst xmlns:a="http://schemas.openxmlformats.org/drawingml/2006/main" xmlns:r="http://schemas.openxmlformats.org/officeDocument/2006/relationships" xmlns:p="http://schemas.openxmlformats.org/presentationml/2006/main">
  <p:tag name="PA" val="v3.0.1"/>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UNIT_TABLE_BEAUTIFY" val="smartTable{0d021284-d412-4e5f-89f2-eaf58dd27c17}"/>
  <p:tag name="TABLE_ENDDRAG_ORIGIN_RECT" val="944*480"/>
  <p:tag name="TABLE_ENDDRAG_RECT" val="8*52*944*480"/>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PA" val="v3.0.1"/>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PA" val="v3.0.1"/>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7.xml><?xml version="1.0" encoding="utf-8"?>
<p:tagLst xmlns:a="http://schemas.openxmlformats.org/drawingml/2006/main" xmlns:r="http://schemas.openxmlformats.org/officeDocument/2006/relationships" xmlns:p="http://schemas.openxmlformats.org/presentationml/2006/main">
  <p:tag name="KSO_WM_UNIT_TABLE_BEAUTIFY" val="smartTable{82d6a658-21d8-4454-9b99-058afe2e65a2}"/>
  <p:tag name="TABLE_ENDDRAG_ORIGIN_RECT" val="947*471"/>
  <p:tag name="TABLE_ENDDRAG_RECT" val="6*59*947*471"/>
</p:tagLst>
</file>

<file path=ppt/tags/tag42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2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3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4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5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63.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蓝色暖调">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PPT模板字体">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12033</Words>
  <Application>Microsoft Office PowerPoint</Application>
  <PresentationFormat>宽屏</PresentationFormat>
  <Paragraphs>2131</Paragraphs>
  <Slides>84</Slides>
  <Notes>77</Notes>
  <HiddenSlides>0</HiddenSlides>
  <MMClips>1</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84</vt:i4>
      </vt:variant>
    </vt:vector>
  </HeadingPairs>
  <TitlesOfParts>
    <vt:vector size="101" baseType="lpstr">
      <vt:lpstr>MS PGothic</vt:lpstr>
      <vt:lpstr>等线</vt:lpstr>
      <vt:lpstr>黑体</vt:lpstr>
      <vt:lpstr>华文细黑</vt:lpstr>
      <vt:lpstr>楷体</vt:lpstr>
      <vt:lpstr>宋体</vt:lpstr>
      <vt:lpstr>微软雅黑</vt:lpstr>
      <vt:lpstr>微软雅黑 Light</vt:lpstr>
      <vt:lpstr>Arial</vt:lpstr>
      <vt:lpstr>Calibri</vt:lpstr>
      <vt:lpstr>Times New Roman</vt:lpstr>
      <vt:lpstr>Wingdings</vt:lpstr>
      <vt:lpstr>Office 主题​​</vt:lpstr>
      <vt:lpstr>公式</vt:lpstr>
      <vt:lpstr>ZWCAD.Drawing</vt:lpstr>
      <vt:lpstr>Microsoft Excel Worksheet</vt:lpstr>
      <vt:lpstr>Microsoft PowerPoint Presentation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问题清单</vt:lpstr>
      <vt:lpstr>PowerPoint 演示文稿</vt:lpstr>
      <vt:lpstr>技术应用分享</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DFM Named-Shape Master Template</dc:title>
  <dc:creator>傅子豪</dc:creator>
  <cp:keywords>悬架研发项目二部</cp:keywords>
  <cp:lastModifiedBy>立松 赵</cp:lastModifiedBy>
  <cp:revision>2795</cp:revision>
  <cp:lastPrinted>2021-10-26T11:22:00Z</cp:lastPrinted>
  <dcterms:created xsi:type="dcterms:W3CDTF">2019-03-29T03:10:00Z</dcterms:created>
  <dcterms:modified xsi:type="dcterms:W3CDTF">2026-09-02T01:49:50Z</dcterms:modified>
  <dc:subject>template_version=1</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278B69175F9A42A492AFD9E07CF50F34_13</vt:lpwstr>
  </property>
</Properties>
</file>